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7.xml" ContentType="application/vnd.openxmlformats-officedocument.presentationml.slideLayout+xml"/>
  <Override PartName="/ppt/theme/theme8.xml" ContentType="application/vnd.openxmlformats-officedocument.theme+xml"/>
  <Override PartName="/ppt/slideLayouts/slideLayout8.xml" ContentType="application/vnd.openxmlformats-officedocument.presentationml.slideLayout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theme/theme10.xml" ContentType="application/vnd.openxmlformats-officedocument.theme+xml"/>
  <Override PartName="/ppt/slideLayouts/slideLayout10.xml" ContentType="application/vnd.openxmlformats-officedocument.presentationml.slideLayout+xml"/>
  <Override PartName="/ppt/theme/theme11.xml" ContentType="application/vnd.openxmlformats-officedocument.theme+xml"/>
  <Override PartName="/ppt/slideLayouts/slideLayout11.xml" ContentType="application/vnd.openxmlformats-officedocument.presentationml.slideLayout+xml"/>
  <Override PartName="/ppt/theme/theme1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  <p:sldMasterId id="2147483664" r:id="rId3"/>
    <p:sldMasterId id="2147483665" r:id="rId4"/>
    <p:sldMasterId id="2147483666" r:id="rId5"/>
    <p:sldMasterId id="2147483667" r:id="rId6"/>
    <p:sldMasterId id="2147483668" r:id="rId7"/>
    <p:sldMasterId id="2147483669" r:id="rId8"/>
    <p:sldMasterId id="2147483670" r:id="rId9"/>
    <p:sldMasterId id="2147483671" r:id="rId10"/>
    <p:sldMasterId id="2147483672" r:id="rId11"/>
    <p:sldMasterId id="2147483673" r:id="rId12"/>
    <p:sldMasterId id="2147483674" r:id="rId13"/>
  </p:sldMasterIdLst>
  <p:notesMasterIdLst>
    <p:notesMasterId r:id="rId54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6" r:id="rId5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7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slide" Target="slides/slide40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98" name="Shape 3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399" name="Shape 399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5" name="Shape 4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406" name="Shape 406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en-US"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2" name="Shape 4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413" name="Shape 413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20" name="Shape 4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421" name="Shape 421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4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0" name="Shape 4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431" name="Shape 431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480" name="Shape 480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9" name="Shape 4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490" name="Shape 490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51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17" name="Shape 517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34" name="Shape 5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35" name="Shape 535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54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47" name="Shape 5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48" name="Shape 548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56" name="Shape 5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57" name="Shape 557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63" name="Shape 5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64" name="Shape 564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74" name="Shape 5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75" name="Shape 575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Shape 58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85" name="Shape 5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86" name="Shape 586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98" name="Shape 5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599" name="Shape 599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05" name="Shape 6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06" name="Shape 606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24" name="Shape 6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25" name="Shape 625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" name="Shape 6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35" name="Shape 635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Shape 64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44" name="Shape 644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64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0" name="Shape 6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51" name="Shape 651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hape 65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59" name="Shape 6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60" name="Shape 660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Shape 66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70" name="Shape 670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8" name="Shape 6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79" name="Shape 679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Shape 6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91" name="Shape 6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692" name="Shape 692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6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00" name="Shape 7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701" name="Shape 701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hape 7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07" name="Shape 7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708" name="Shape 708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Shape 7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27" name="Shape 7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728" name="Shape 728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Shape 73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38" name="Shape 7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739" name="Shape 739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hape 7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8" name="Shape 7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749" name="Shape 749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hape 76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63" name="Shape 7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 dirty="0"/>
          </a:p>
        </p:txBody>
      </p:sp>
      <p:sp>
        <p:nvSpPr>
          <p:cNvPr id="764" name="Shape 764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Shape 7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81" name="Shape 7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782" name="Shape 782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Shape 80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03" name="Shape 8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04" name="Shape 804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Shape 8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7" name="Shape 8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18" name="Shape 818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83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35" name="Shape 8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36" name="Shape 836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Shape 8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48" name="Shape 8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49" name="Shape 849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Shape 8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61" name="Shape 8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62" name="Shape 862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81" name="Shape 8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82" name="Shape 882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Shape 8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94" name="Shape 8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895" name="Shape 895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Shape 90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06" name="Shape 9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907" name="Shape 907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Shape 9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7" name="Shape 9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800" b="0" i="0" u="none" strike="noStrike" cap="none"/>
          </a:p>
        </p:txBody>
      </p:sp>
      <p:sp>
        <p:nvSpPr>
          <p:cNvPr id="928" name="Shape 928"/>
          <p:cNvSpPr txBox="1"/>
          <p:nvPr/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lang="en-US" sz="18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Shape 31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ítulo y 4 objeto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2190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2190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3"/>
          </p:nvPr>
        </p:nvSpPr>
        <p:spPr>
          <a:xfrm>
            <a:off x="457200" y="3943350"/>
            <a:ext cx="4038599" cy="2190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4"/>
          </p:nvPr>
        </p:nvSpPr>
        <p:spPr>
          <a:xfrm>
            <a:off x="4648200" y="3943350"/>
            <a:ext cx="4038599" cy="21907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0955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7145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0955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7145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Shape 8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ido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457200" y="274637"/>
            <a:ext cx="8229600" cy="58594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Shape 91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4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8" name="Shape 32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Shape 32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Shape 330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Shape 34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2225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77800" algn="l" rtl="0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1" name="Shape 341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2" name="Shape 3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22225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14300" algn="l" rtl="0"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77800" algn="l" rtl="0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3" name="Shape 34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Shape 344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5" name="Shape 345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Shape 35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6" name="Shape 35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Shape 357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8" name="Shape 358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0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Shape 3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Shape 368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spcAft>
                <a:spcPts val="0"/>
              </a:spcAft>
              <a:buClr>
                <a:schemeClr val="hlink"/>
              </a:buClr>
              <a:buFont typeface="Noto Sans Symbols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Shape 36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Shape 37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1" name="Shape 371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37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0" name="Shape 380"/>
          <p:cNvSpPr txBox="1">
            <a:spLocks noGrp="1"/>
          </p:cNvSpPr>
          <p:nvPr>
            <p:ph type="body" idx="1"/>
          </p:nvPr>
        </p:nvSpPr>
        <p:spPr>
          <a:xfrm rot="5400000">
            <a:off x="2305049" y="-247650"/>
            <a:ext cx="4533899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1" name="Shape 38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Shape 382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3" name="Shape 383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title"/>
          </p:nvPr>
        </p:nvSpPr>
        <p:spPr>
          <a:xfrm rot="5400000">
            <a:off x="4728369" y="2175668"/>
            <a:ext cx="5859461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Shape 392"/>
          <p:cNvSpPr txBox="1">
            <a:spLocks noGrp="1"/>
          </p:cNvSpPr>
          <p:nvPr>
            <p:ph type="body" idx="1"/>
          </p:nvPr>
        </p:nvSpPr>
        <p:spPr>
          <a:xfrm rot="5400000">
            <a:off x="537369" y="194469"/>
            <a:ext cx="5859461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Shape 39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Shape 394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5" name="Shape 395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817B-B1CD-4C19-8002-B999E820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A8392-2D21-4DCD-A747-9CB1B4ED5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2DAE2-3AAE-4727-B280-ABAA971F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417B7-2BA6-4ED8-AB24-75B19F06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465154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theme" Target="../theme/theme7.xml"/><Relationship Id="rId4" Type="http://schemas.openxmlformats.org/officeDocument/2006/relationships/image" Target="../media/image3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8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0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1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Shape 25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hape 4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Shape 6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Shape 7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Shape 86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Shape 94"/>
          <p:cNvGrpSpPr/>
          <p:nvPr/>
        </p:nvGrpSpPr>
        <p:grpSpPr>
          <a:xfrm>
            <a:off x="-103186" y="1304519"/>
            <a:ext cx="9350374" cy="5639080"/>
            <a:chOff x="-103186" y="1304519"/>
            <a:chExt cx="9350374" cy="5639080"/>
          </a:xfrm>
        </p:grpSpPr>
        <p:sp>
          <p:nvSpPr>
            <p:cNvPr id="95" name="Shape 95"/>
            <p:cNvSpPr txBox="1"/>
            <p:nvPr/>
          </p:nvSpPr>
          <p:spPr>
            <a:xfrm rot="10020000" flipH="1">
              <a:off x="-22225" y="1639886"/>
              <a:ext cx="2768600" cy="9524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Shape 96"/>
            <p:cNvSpPr txBox="1"/>
            <p:nvPr/>
          </p:nvSpPr>
          <p:spPr>
            <a:xfrm rot="10020000" flipH="1">
              <a:off x="-38099" y="1789112"/>
              <a:ext cx="3227387" cy="9524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Shape 97"/>
            <p:cNvSpPr txBox="1"/>
            <p:nvPr/>
          </p:nvSpPr>
          <p:spPr>
            <a:xfrm rot="9960000" flipH="1">
              <a:off x="-42862" y="1901825"/>
              <a:ext cx="3565525" cy="9524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Shape 98"/>
            <p:cNvSpPr txBox="1"/>
            <p:nvPr/>
          </p:nvSpPr>
          <p:spPr>
            <a:xfrm rot="9900000" flipH="1">
              <a:off x="-68262" y="2036762"/>
              <a:ext cx="3930649" cy="9525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Shape 99"/>
            <p:cNvSpPr txBox="1"/>
            <p:nvPr/>
          </p:nvSpPr>
          <p:spPr>
            <a:xfrm rot="9840000" flipH="1">
              <a:off x="-80961" y="2217737"/>
              <a:ext cx="4397374" cy="9524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Shape 100"/>
            <p:cNvSpPr txBox="1"/>
            <p:nvPr/>
          </p:nvSpPr>
          <p:spPr>
            <a:xfrm rot="9780000" flipH="1">
              <a:off x="-103186" y="2417761"/>
              <a:ext cx="4854575" cy="9524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Shape 101"/>
            <p:cNvSpPr txBox="1"/>
            <p:nvPr/>
          </p:nvSpPr>
          <p:spPr>
            <a:xfrm rot="9720000" flipH="1">
              <a:off x="-147637" y="2689224"/>
              <a:ext cx="5402262" cy="9524"/>
            </a:xfrm>
            <a:prstGeom prst="rect">
              <a:avLst/>
            </a:prstGeom>
            <a:gradFill>
              <a:gsLst>
                <a:gs pos="0">
                  <a:srgbClr val="5D5D8B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Shape 102"/>
            <p:cNvSpPr txBox="1"/>
            <p:nvPr/>
          </p:nvSpPr>
          <p:spPr>
            <a:xfrm rot="9600000" flipH="1">
              <a:off x="-157162" y="2957512"/>
              <a:ext cx="5951536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Shape 103"/>
            <p:cNvSpPr txBox="1"/>
            <p:nvPr/>
          </p:nvSpPr>
          <p:spPr>
            <a:xfrm rot="9420000" flipH="1">
              <a:off x="-261937" y="3259137"/>
              <a:ext cx="6681786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Shape 104"/>
            <p:cNvSpPr txBox="1"/>
            <p:nvPr/>
          </p:nvSpPr>
          <p:spPr>
            <a:xfrm rot="9360000" flipH="1">
              <a:off x="-339724" y="3633786"/>
              <a:ext cx="7321550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Shape 105"/>
            <p:cNvSpPr txBox="1"/>
            <p:nvPr/>
          </p:nvSpPr>
          <p:spPr>
            <a:xfrm rot="9180000" flipH="1">
              <a:off x="-496886" y="4154486"/>
              <a:ext cx="8254999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Shape 106"/>
            <p:cNvSpPr txBox="1"/>
            <p:nvPr/>
          </p:nvSpPr>
          <p:spPr>
            <a:xfrm rot="8940000" flipH="1">
              <a:off x="14286" y="4573587"/>
              <a:ext cx="8574087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Shape 107"/>
            <p:cNvSpPr txBox="1"/>
            <p:nvPr/>
          </p:nvSpPr>
          <p:spPr>
            <a:xfrm rot="8640000" flipH="1">
              <a:off x="2093912" y="4648199"/>
              <a:ext cx="7321550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F1F2E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Shape 108"/>
            <p:cNvSpPr txBox="1"/>
            <p:nvPr/>
          </p:nvSpPr>
          <p:spPr>
            <a:xfrm rot="8220000" flipH="1">
              <a:off x="4256087" y="4875212"/>
              <a:ext cx="5676899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30305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Shape 109"/>
            <p:cNvSpPr txBox="1"/>
            <p:nvPr/>
          </p:nvSpPr>
          <p:spPr>
            <a:xfrm rot="7860000" flipH="1">
              <a:off x="6434930" y="5560218"/>
              <a:ext cx="3300411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00000"/>
                </a:gs>
              </a:gsLst>
              <a:lin ang="2700000" scaled="0"/>
            </a:gra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" name="Shape 110"/>
            <p:cNvSpPr txBox="1"/>
            <p:nvPr/>
          </p:nvSpPr>
          <p:spPr>
            <a:xfrm rot="-8340000" flipH="1">
              <a:off x="8080368" y="3914756"/>
              <a:ext cx="9524" cy="330041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Shape 111"/>
            <p:cNvSpPr txBox="1"/>
            <p:nvPr/>
          </p:nvSpPr>
          <p:spPr>
            <a:xfrm rot="7560000">
              <a:off x="8522492" y="6614318"/>
              <a:ext cx="795336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000000"/>
                </a:gs>
              </a:gsLst>
              <a:lin ang="2700000" scaled="0"/>
            </a:gra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" name="Shape 112"/>
            <p:cNvSpPr txBox="1"/>
            <p:nvPr/>
          </p:nvSpPr>
          <p:spPr>
            <a:xfrm rot="-8640000">
              <a:off x="8915381" y="6221393"/>
              <a:ext cx="9524" cy="79533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Shape 113"/>
            <p:cNvSpPr txBox="1"/>
            <p:nvPr/>
          </p:nvSpPr>
          <p:spPr>
            <a:xfrm rot="1020000">
              <a:off x="-231774" y="3746500"/>
              <a:ext cx="9598025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Shape 114"/>
            <p:cNvSpPr txBox="1"/>
            <p:nvPr/>
          </p:nvSpPr>
          <p:spPr>
            <a:xfrm rot="1560000">
              <a:off x="-314324" y="5391150"/>
              <a:ext cx="6575424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1416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Shape 115"/>
            <p:cNvSpPr txBox="1"/>
            <p:nvPr/>
          </p:nvSpPr>
          <p:spPr>
            <a:xfrm rot="1680000">
              <a:off x="-261936" y="5753100"/>
              <a:ext cx="4451350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1416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Shape 116"/>
            <p:cNvSpPr txBox="1"/>
            <p:nvPr/>
          </p:nvSpPr>
          <p:spPr>
            <a:xfrm rot="1920000">
              <a:off x="-174625" y="6226174"/>
              <a:ext cx="2222499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Shape 117"/>
            <p:cNvSpPr txBox="1"/>
            <p:nvPr/>
          </p:nvSpPr>
          <p:spPr>
            <a:xfrm rot="1380000">
              <a:off x="-342900" y="5113336"/>
              <a:ext cx="8694737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2324A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Shape 118"/>
            <p:cNvSpPr txBox="1"/>
            <p:nvPr/>
          </p:nvSpPr>
          <p:spPr>
            <a:xfrm rot="960000">
              <a:off x="-182562" y="3379787"/>
              <a:ext cx="9550400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B3B58"/>
                </a:gs>
              </a:gsLst>
              <a:lin ang="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Shape 119"/>
            <p:cNvSpPr txBox="1"/>
            <p:nvPr/>
          </p:nvSpPr>
          <p:spPr>
            <a:xfrm rot="-9840000" flipH="1">
              <a:off x="126999" y="3089275"/>
              <a:ext cx="9137650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Shape 120"/>
            <p:cNvSpPr txBox="1"/>
            <p:nvPr/>
          </p:nvSpPr>
          <p:spPr>
            <a:xfrm rot="840000">
              <a:off x="593725" y="2860675"/>
              <a:ext cx="8691561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Shape 121"/>
            <p:cNvSpPr txBox="1"/>
            <p:nvPr/>
          </p:nvSpPr>
          <p:spPr>
            <a:xfrm rot="720000">
              <a:off x="1346199" y="2511424"/>
              <a:ext cx="7899399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Shape 122"/>
            <p:cNvSpPr txBox="1"/>
            <p:nvPr/>
          </p:nvSpPr>
          <p:spPr>
            <a:xfrm rot="720000">
              <a:off x="1671636" y="2343150"/>
              <a:ext cx="7554912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Shape 123"/>
            <p:cNvSpPr txBox="1"/>
            <p:nvPr/>
          </p:nvSpPr>
          <p:spPr>
            <a:xfrm rot="660000">
              <a:off x="1974850" y="2185987"/>
              <a:ext cx="7234236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Shape 124"/>
            <p:cNvSpPr txBox="1"/>
            <p:nvPr/>
          </p:nvSpPr>
          <p:spPr>
            <a:xfrm rot="-10140000" flipH="1">
              <a:off x="2360612" y="2071687"/>
              <a:ext cx="6848475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Shape 125"/>
            <p:cNvSpPr txBox="1"/>
            <p:nvPr/>
          </p:nvSpPr>
          <p:spPr>
            <a:xfrm rot="-10140000" flipH="1">
              <a:off x="2619375" y="1933574"/>
              <a:ext cx="6594475" cy="95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Shape 126"/>
            <p:cNvSpPr txBox="1"/>
            <p:nvPr/>
          </p:nvSpPr>
          <p:spPr>
            <a:xfrm rot="-9960000" flipH="1">
              <a:off x="969962" y="2673349"/>
              <a:ext cx="8261349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Shape 127"/>
            <p:cNvSpPr txBox="1"/>
            <p:nvPr/>
          </p:nvSpPr>
          <p:spPr>
            <a:xfrm rot="-9480000" flipH="1">
              <a:off x="-323850" y="4724400"/>
              <a:ext cx="9763124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838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Shape 128"/>
            <p:cNvSpPr txBox="1"/>
            <p:nvPr/>
          </p:nvSpPr>
          <p:spPr>
            <a:xfrm rot="-9600000" flipH="1">
              <a:off x="-276224" y="4227512"/>
              <a:ext cx="9690100" cy="9524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Shape 129"/>
            <p:cNvSpPr/>
            <p:nvPr/>
          </p:nvSpPr>
          <p:spPr>
            <a:xfrm>
              <a:off x="1174750" y="5332412"/>
              <a:ext cx="266699" cy="15239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Shape 130"/>
            <p:cNvSpPr/>
            <p:nvPr/>
          </p:nvSpPr>
          <p:spPr>
            <a:xfrm>
              <a:off x="374650" y="4879975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Shape 131"/>
            <p:cNvSpPr/>
            <p:nvPr/>
          </p:nvSpPr>
          <p:spPr>
            <a:xfrm>
              <a:off x="252412" y="5797550"/>
              <a:ext cx="311149" cy="1682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Shape 132"/>
            <p:cNvSpPr/>
            <p:nvPr/>
          </p:nvSpPr>
          <p:spPr>
            <a:xfrm>
              <a:off x="3297237" y="4224337"/>
              <a:ext cx="247649" cy="1333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Shape 133"/>
            <p:cNvSpPr/>
            <p:nvPr/>
          </p:nvSpPr>
          <p:spPr>
            <a:xfrm>
              <a:off x="1941511" y="4883150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Shape 134"/>
            <p:cNvSpPr/>
            <p:nvPr/>
          </p:nvSpPr>
          <p:spPr>
            <a:xfrm>
              <a:off x="2676525" y="4535487"/>
              <a:ext cx="247649" cy="1428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Shape 135"/>
            <p:cNvSpPr/>
            <p:nvPr/>
          </p:nvSpPr>
          <p:spPr>
            <a:xfrm>
              <a:off x="1190625" y="4506912"/>
              <a:ext cx="239711" cy="141287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Shape 136"/>
            <p:cNvSpPr/>
            <p:nvPr/>
          </p:nvSpPr>
          <p:spPr>
            <a:xfrm>
              <a:off x="582612" y="4216400"/>
              <a:ext cx="238124" cy="1333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Shape 137"/>
            <p:cNvSpPr/>
            <p:nvPr/>
          </p:nvSpPr>
          <p:spPr>
            <a:xfrm>
              <a:off x="1860550" y="4194175"/>
              <a:ext cx="247649" cy="1317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Shape 138"/>
            <p:cNvSpPr/>
            <p:nvPr/>
          </p:nvSpPr>
          <p:spPr>
            <a:xfrm>
              <a:off x="3811587" y="3944937"/>
              <a:ext cx="247649" cy="1317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Shape 139"/>
            <p:cNvSpPr/>
            <p:nvPr/>
          </p:nvSpPr>
          <p:spPr>
            <a:xfrm>
              <a:off x="3032125" y="3673475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Shape 140"/>
            <p:cNvSpPr/>
            <p:nvPr/>
          </p:nvSpPr>
          <p:spPr>
            <a:xfrm>
              <a:off x="3578225" y="3419475"/>
              <a:ext cx="212724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Shape 141"/>
            <p:cNvSpPr/>
            <p:nvPr/>
          </p:nvSpPr>
          <p:spPr>
            <a:xfrm>
              <a:off x="4352925" y="3659187"/>
              <a:ext cx="222250" cy="1143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Shape 142"/>
            <p:cNvSpPr/>
            <p:nvPr/>
          </p:nvSpPr>
          <p:spPr>
            <a:xfrm>
              <a:off x="4464050" y="3013075"/>
              <a:ext cx="204786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Shape 143"/>
            <p:cNvSpPr/>
            <p:nvPr/>
          </p:nvSpPr>
          <p:spPr>
            <a:xfrm>
              <a:off x="5907087" y="2844800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Shape 144"/>
            <p:cNvSpPr/>
            <p:nvPr/>
          </p:nvSpPr>
          <p:spPr>
            <a:xfrm>
              <a:off x="5600700" y="3009900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Shape 145"/>
            <p:cNvSpPr/>
            <p:nvPr/>
          </p:nvSpPr>
          <p:spPr>
            <a:xfrm>
              <a:off x="4864100" y="2822575"/>
              <a:ext cx="203199" cy="9842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Shape 146"/>
            <p:cNvSpPr/>
            <p:nvPr/>
          </p:nvSpPr>
          <p:spPr>
            <a:xfrm>
              <a:off x="5202237" y="3213100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Shape 147"/>
            <p:cNvSpPr/>
            <p:nvPr/>
          </p:nvSpPr>
          <p:spPr>
            <a:xfrm>
              <a:off x="4805362" y="3429000"/>
              <a:ext cx="211136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3E3E5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Shape 148"/>
            <p:cNvSpPr/>
            <p:nvPr/>
          </p:nvSpPr>
          <p:spPr>
            <a:xfrm>
              <a:off x="2490786" y="3894137"/>
              <a:ext cx="238124" cy="1428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Shape 149"/>
            <p:cNvSpPr/>
            <p:nvPr/>
          </p:nvSpPr>
          <p:spPr>
            <a:xfrm>
              <a:off x="2957511" y="3219450"/>
              <a:ext cx="220662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Shape 150"/>
            <p:cNvSpPr/>
            <p:nvPr/>
          </p:nvSpPr>
          <p:spPr>
            <a:xfrm>
              <a:off x="2401886" y="3452812"/>
              <a:ext cx="220662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Shape 151"/>
            <p:cNvSpPr/>
            <p:nvPr/>
          </p:nvSpPr>
          <p:spPr>
            <a:xfrm>
              <a:off x="1890711" y="3668712"/>
              <a:ext cx="212724" cy="1143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Shape 152"/>
            <p:cNvSpPr/>
            <p:nvPr/>
          </p:nvSpPr>
          <p:spPr>
            <a:xfrm>
              <a:off x="1831975" y="3249611"/>
              <a:ext cx="212724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Shape 153"/>
            <p:cNvSpPr/>
            <p:nvPr/>
          </p:nvSpPr>
          <p:spPr>
            <a:xfrm>
              <a:off x="1812925" y="2862261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Shape 154"/>
            <p:cNvSpPr/>
            <p:nvPr/>
          </p:nvSpPr>
          <p:spPr>
            <a:xfrm>
              <a:off x="2381250" y="3035300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Shape 155"/>
            <p:cNvSpPr/>
            <p:nvPr/>
          </p:nvSpPr>
          <p:spPr>
            <a:xfrm>
              <a:off x="2863850" y="2859086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Shape 156"/>
            <p:cNvSpPr/>
            <p:nvPr/>
          </p:nvSpPr>
          <p:spPr>
            <a:xfrm>
              <a:off x="3427412" y="3024186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Shape 157"/>
            <p:cNvSpPr/>
            <p:nvPr/>
          </p:nvSpPr>
          <p:spPr>
            <a:xfrm>
              <a:off x="3860800" y="2836861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Shape 158"/>
            <p:cNvSpPr/>
            <p:nvPr/>
          </p:nvSpPr>
          <p:spPr>
            <a:xfrm>
              <a:off x="746125" y="3225800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Shape 159"/>
            <p:cNvSpPr/>
            <p:nvPr/>
          </p:nvSpPr>
          <p:spPr>
            <a:xfrm>
              <a:off x="107950" y="3438525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Shape 160"/>
            <p:cNvSpPr/>
            <p:nvPr/>
          </p:nvSpPr>
          <p:spPr>
            <a:xfrm>
              <a:off x="1266825" y="3041650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Shape 161"/>
            <p:cNvSpPr/>
            <p:nvPr/>
          </p:nvSpPr>
          <p:spPr>
            <a:xfrm>
              <a:off x="722312" y="2852736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Shape 162"/>
            <p:cNvSpPr/>
            <p:nvPr/>
          </p:nvSpPr>
          <p:spPr>
            <a:xfrm>
              <a:off x="179386" y="3017836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Shape 163"/>
            <p:cNvSpPr/>
            <p:nvPr/>
          </p:nvSpPr>
          <p:spPr>
            <a:xfrm>
              <a:off x="685800" y="3687762"/>
              <a:ext cx="220662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Shape 164"/>
            <p:cNvSpPr/>
            <p:nvPr/>
          </p:nvSpPr>
          <p:spPr>
            <a:xfrm>
              <a:off x="1292225" y="3457575"/>
              <a:ext cx="212724" cy="968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Shape 165"/>
            <p:cNvSpPr/>
            <p:nvPr/>
          </p:nvSpPr>
          <p:spPr>
            <a:xfrm>
              <a:off x="1252537" y="3924300"/>
              <a:ext cx="247649" cy="141287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Shape 166"/>
            <p:cNvSpPr/>
            <p:nvPr/>
          </p:nvSpPr>
          <p:spPr>
            <a:xfrm>
              <a:off x="4038600" y="3198811"/>
              <a:ext cx="222250" cy="1143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Shape 167"/>
            <p:cNvSpPr/>
            <p:nvPr/>
          </p:nvSpPr>
          <p:spPr>
            <a:xfrm>
              <a:off x="2312986" y="2698750"/>
              <a:ext cx="195261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Shape 168"/>
            <p:cNvSpPr/>
            <p:nvPr/>
          </p:nvSpPr>
          <p:spPr>
            <a:xfrm>
              <a:off x="2773361" y="2538411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Shape 169"/>
            <p:cNvSpPr/>
            <p:nvPr/>
          </p:nvSpPr>
          <p:spPr>
            <a:xfrm>
              <a:off x="2198686" y="2390775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Shape 170"/>
            <p:cNvSpPr/>
            <p:nvPr/>
          </p:nvSpPr>
          <p:spPr>
            <a:xfrm>
              <a:off x="1735136" y="2532061"/>
              <a:ext cx="195261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257300" y="2682875"/>
              <a:ext cx="19685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3192461" y="2400300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Shape 173"/>
            <p:cNvSpPr/>
            <p:nvPr/>
          </p:nvSpPr>
          <p:spPr>
            <a:xfrm>
              <a:off x="3313112" y="2692400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Shape 174"/>
            <p:cNvSpPr/>
            <p:nvPr/>
          </p:nvSpPr>
          <p:spPr>
            <a:xfrm>
              <a:off x="3722687" y="2541586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Shape 175"/>
            <p:cNvSpPr/>
            <p:nvPr/>
          </p:nvSpPr>
          <p:spPr>
            <a:xfrm>
              <a:off x="4260850" y="2676525"/>
              <a:ext cx="195261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Shape 176"/>
            <p:cNvSpPr/>
            <p:nvPr/>
          </p:nvSpPr>
          <p:spPr>
            <a:xfrm>
              <a:off x="1279525" y="2400300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Shape 177"/>
            <p:cNvSpPr/>
            <p:nvPr/>
          </p:nvSpPr>
          <p:spPr>
            <a:xfrm>
              <a:off x="785812" y="2535236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Shape 178"/>
            <p:cNvSpPr/>
            <p:nvPr/>
          </p:nvSpPr>
          <p:spPr>
            <a:xfrm>
              <a:off x="361950" y="2393950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Shape 179"/>
            <p:cNvSpPr/>
            <p:nvPr/>
          </p:nvSpPr>
          <p:spPr>
            <a:xfrm>
              <a:off x="249237" y="2695575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Shape 180"/>
            <p:cNvSpPr/>
            <p:nvPr/>
          </p:nvSpPr>
          <p:spPr>
            <a:xfrm>
              <a:off x="4583112" y="2532061"/>
              <a:ext cx="19685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Shape 181"/>
            <p:cNvSpPr/>
            <p:nvPr/>
          </p:nvSpPr>
          <p:spPr>
            <a:xfrm>
              <a:off x="4887912" y="2398711"/>
              <a:ext cx="19685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Shape 182"/>
            <p:cNvSpPr/>
            <p:nvPr/>
          </p:nvSpPr>
          <p:spPr>
            <a:xfrm>
              <a:off x="5191125" y="2679700"/>
              <a:ext cx="19685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Shape 183"/>
            <p:cNvSpPr/>
            <p:nvPr/>
          </p:nvSpPr>
          <p:spPr>
            <a:xfrm>
              <a:off x="5481637" y="2538411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Shape 184"/>
            <p:cNvSpPr/>
            <p:nvPr/>
          </p:nvSpPr>
          <p:spPr>
            <a:xfrm>
              <a:off x="5795962" y="2390775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Shape 185"/>
            <p:cNvSpPr/>
            <p:nvPr/>
          </p:nvSpPr>
          <p:spPr>
            <a:xfrm>
              <a:off x="6748461" y="2401886"/>
              <a:ext cx="19685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Shape 186"/>
            <p:cNvSpPr/>
            <p:nvPr/>
          </p:nvSpPr>
          <p:spPr>
            <a:xfrm>
              <a:off x="6192837" y="2700336"/>
              <a:ext cx="203199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Shape 187"/>
            <p:cNvSpPr/>
            <p:nvPr/>
          </p:nvSpPr>
          <p:spPr>
            <a:xfrm>
              <a:off x="6486525" y="2552700"/>
              <a:ext cx="203199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Shape 188"/>
            <p:cNvSpPr/>
            <p:nvPr/>
          </p:nvSpPr>
          <p:spPr>
            <a:xfrm>
              <a:off x="2035175" y="5799137"/>
              <a:ext cx="311149" cy="176212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Shape 189"/>
            <p:cNvSpPr/>
            <p:nvPr/>
          </p:nvSpPr>
          <p:spPr>
            <a:xfrm>
              <a:off x="1122362" y="6372225"/>
              <a:ext cx="303211" cy="1778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Shape 190"/>
            <p:cNvSpPr/>
            <p:nvPr/>
          </p:nvSpPr>
          <p:spPr>
            <a:xfrm>
              <a:off x="3538537" y="4905375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Shape 191"/>
            <p:cNvSpPr/>
            <p:nvPr/>
          </p:nvSpPr>
          <p:spPr>
            <a:xfrm>
              <a:off x="4133850" y="4551362"/>
              <a:ext cx="247649" cy="141287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Shape 192"/>
            <p:cNvSpPr/>
            <p:nvPr/>
          </p:nvSpPr>
          <p:spPr>
            <a:xfrm>
              <a:off x="4614862" y="4235450"/>
              <a:ext cx="247649" cy="13334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Shape 193"/>
            <p:cNvSpPr/>
            <p:nvPr/>
          </p:nvSpPr>
          <p:spPr>
            <a:xfrm>
              <a:off x="5156200" y="3895725"/>
              <a:ext cx="238124" cy="14287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Shape 194"/>
            <p:cNvSpPr/>
            <p:nvPr/>
          </p:nvSpPr>
          <p:spPr>
            <a:xfrm>
              <a:off x="2859086" y="5334000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Shape 195"/>
            <p:cNvSpPr/>
            <p:nvPr/>
          </p:nvSpPr>
          <p:spPr>
            <a:xfrm>
              <a:off x="5575300" y="3654425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Shape 196"/>
            <p:cNvSpPr/>
            <p:nvPr/>
          </p:nvSpPr>
          <p:spPr>
            <a:xfrm>
              <a:off x="6318250" y="3197225"/>
              <a:ext cx="212724" cy="114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Shape 197"/>
            <p:cNvSpPr/>
            <p:nvPr/>
          </p:nvSpPr>
          <p:spPr>
            <a:xfrm>
              <a:off x="5957887" y="3425825"/>
              <a:ext cx="212724" cy="9683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Shape 198"/>
            <p:cNvSpPr/>
            <p:nvPr/>
          </p:nvSpPr>
          <p:spPr>
            <a:xfrm>
              <a:off x="6629400" y="3013075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Shape 199"/>
            <p:cNvSpPr/>
            <p:nvPr/>
          </p:nvSpPr>
          <p:spPr>
            <a:xfrm>
              <a:off x="6886575" y="2852736"/>
              <a:ext cx="204786" cy="9683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Shape 200"/>
            <p:cNvSpPr/>
            <p:nvPr/>
          </p:nvSpPr>
          <p:spPr>
            <a:xfrm>
              <a:off x="7151686" y="2698750"/>
              <a:ext cx="196850" cy="809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Shape 201"/>
            <p:cNvSpPr/>
            <p:nvPr/>
          </p:nvSpPr>
          <p:spPr>
            <a:xfrm>
              <a:off x="7399336" y="2544761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Shape 202"/>
            <p:cNvSpPr/>
            <p:nvPr/>
          </p:nvSpPr>
          <p:spPr>
            <a:xfrm>
              <a:off x="7624761" y="2400300"/>
              <a:ext cx="203199" cy="809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Shape 203"/>
            <p:cNvSpPr/>
            <p:nvPr/>
          </p:nvSpPr>
          <p:spPr>
            <a:xfrm>
              <a:off x="7826375" y="2271711"/>
              <a:ext cx="176212" cy="7937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73753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Shape 204"/>
            <p:cNvSpPr/>
            <p:nvPr/>
          </p:nvSpPr>
          <p:spPr>
            <a:xfrm>
              <a:off x="6088062" y="2270125"/>
              <a:ext cx="17780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5216525" y="2270125"/>
              <a:ext cx="17780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Shape 206"/>
            <p:cNvSpPr/>
            <p:nvPr/>
          </p:nvSpPr>
          <p:spPr>
            <a:xfrm>
              <a:off x="4718050" y="2168525"/>
              <a:ext cx="176212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Shape 207"/>
            <p:cNvSpPr/>
            <p:nvPr/>
          </p:nvSpPr>
          <p:spPr>
            <a:xfrm>
              <a:off x="5003800" y="2051050"/>
              <a:ext cx="17780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Shape 208"/>
            <p:cNvSpPr/>
            <p:nvPr/>
          </p:nvSpPr>
          <p:spPr>
            <a:xfrm>
              <a:off x="4794250" y="1857375"/>
              <a:ext cx="17780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Shape 209"/>
            <p:cNvSpPr/>
            <p:nvPr/>
          </p:nvSpPr>
          <p:spPr>
            <a:xfrm>
              <a:off x="3878262" y="2171700"/>
              <a:ext cx="17780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Shape 210"/>
            <p:cNvSpPr/>
            <p:nvPr/>
          </p:nvSpPr>
          <p:spPr>
            <a:xfrm>
              <a:off x="3652837" y="1936750"/>
              <a:ext cx="17780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Shape 211"/>
            <p:cNvSpPr/>
            <p:nvPr/>
          </p:nvSpPr>
          <p:spPr>
            <a:xfrm>
              <a:off x="3325812" y="2038350"/>
              <a:ext cx="17780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Shape 212"/>
            <p:cNvSpPr/>
            <p:nvPr/>
          </p:nvSpPr>
          <p:spPr>
            <a:xfrm>
              <a:off x="3536950" y="2289175"/>
              <a:ext cx="176212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Shape 213"/>
            <p:cNvSpPr/>
            <p:nvPr/>
          </p:nvSpPr>
          <p:spPr>
            <a:xfrm>
              <a:off x="1760536" y="2260600"/>
              <a:ext cx="17780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Shape 214"/>
            <p:cNvSpPr/>
            <p:nvPr/>
          </p:nvSpPr>
          <p:spPr>
            <a:xfrm>
              <a:off x="969962" y="2038350"/>
              <a:ext cx="176212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Shape 215"/>
            <p:cNvSpPr/>
            <p:nvPr/>
          </p:nvSpPr>
          <p:spPr>
            <a:xfrm>
              <a:off x="484187" y="2155825"/>
              <a:ext cx="176212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Shape 216"/>
            <p:cNvSpPr/>
            <p:nvPr/>
          </p:nvSpPr>
          <p:spPr>
            <a:xfrm>
              <a:off x="247650" y="1831975"/>
              <a:ext cx="177800" cy="79375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Shape 217"/>
            <p:cNvSpPr/>
            <p:nvPr/>
          </p:nvSpPr>
          <p:spPr>
            <a:xfrm>
              <a:off x="7204075" y="2166936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Shape 218"/>
            <p:cNvSpPr/>
            <p:nvPr/>
          </p:nvSpPr>
          <p:spPr>
            <a:xfrm>
              <a:off x="6996111" y="2286000"/>
              <a:ext cx="166686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Shape 219"/>
            <p:cNvSpPr/>
            <p:nvPr/>
          </p:nvSpPr>
          <p:spPr>
            <a:xfrm>
              <a:off x="6337300" y="2152650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4446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Shape 220"/>
            <p:cNvSpPr/>
            <p:nvPr/>
          </p:nvSpPr>
          <p:spPr>
            <a:xfrm>
              <a:off x="5502275" y="2152650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Shape 221"/>
            <p:cNvSpPr/>
            <p:nvPr/>
          </p:nvSpPr>
          <p:spPr>
            <a:xfrm>
              <a:off x="4527550" y="1949450"/>
              <a:ext cx="168274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Shape 222"/>
            <p:cNvSpPr/>
            <p:nvPr/>
          </p:nvSpPr>
          <p:spPr>
            <a:xfrm>
              <a:off x="4251325" y="1760536"/>
              <a:ext cx="168274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Shape 223"/>
            <p:cNvSpPr/>
            <p:nvPr/>
          </p:nvSpPr>
          <p:spPr>
            <a:xfrm>
              <a:off x="4538662" y="1658936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Shape 224"/>
            <p:cNvSpPr/>
            <p:nvPr/>
          </p:nvSpPr>
          <p:spPr>
            <a:xfrm>
              <a:off x="3082925" y="1651000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Shape 225"/>
            <p:cNvSpPr/>
            <p:nvPr/>
          </p:nvSpPr>
          <p:spPr>
            <a:xfrm>
              <a:off x="1727200" y="2027236"/>
              <a:ext cx="168274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Shape 226"/>
            <p:cNvSpPr/>
            <p:nvPr/>
          </p:nvSpPr>
          <p:spPr>
            <a:xfrm>
              <a:off x="1312862" y="2143125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Shape 227"/>
            <p:cNvSpPr/>
            <p:nvPr/>
          </p:nvSpPr>
          <p:spPr>
            <a:xfrm>
              <a:off x="852487" y="2266950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Shape 228"/>
            <p:cNvSpPr/>
            <p:nvPr/>
          </p:nvSpPr>
          <p:spPr>
            <a:xfrm>
              <a:off x="1008062" y="1682750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Shape 229"/>
            <p:cNvSpPr/>
            <p:nvPr/>
          </p:nvSpPr>
          <p:spPr>
            <a:xfrm>
              <a:off x="2444750" y="1666875"/>
              <a:ext cx="168274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Shape 230"/>
            <p:cNvSpPr/>
            <p:nvPr/>
          </p:nvSpPr>
          <p:spPr>
            <a:xfrm>
              <a:off x="1778000" y="1687511"/>
              <a:ext cx="166686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Shape 231"/>
            <p:cNvSpPr/>
            <p:nvPr/>
          </p:nvSpPr>
          <p:spPr>
            <a:xfrm>
              <a:off x="6557961" y="2038350"/>
              <a:ext cx="176212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Shape 232"/>
            <p:cNvSpPr/>
            <p:nvPr/>
          </p:nvSpPr>
          <p:spPr>
            <a:xfrm>
              <a:off x="5519737" y="1846261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Shape 233"/>
            <p:cNvSpPr/>
            <p:nvPr/>
          </p:nvSpPr>
          <p:spPr>
            <a:xfrm>
              <a:off x="5262562" y="1951036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Shape 234"/>
            <p:cNvSpPr/>
            <p:nvPr/>
          </p:nvSpPr>
          <p:spPr>
            <a:xfrm>
              <a:off x="5038725" y="1765300"/>
              <a:ext cx="177800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Shape 235"/>
            <p:cNvSpPr/>
            <p:nvPr/>
          </p:nvSpPr>
          <p:spPr>
            <a:xfrm>
              <a:off x="3803650" y="1668461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Shape 236"/>
            <p:cNvSpPr/>
            <p:nvPr/>
          </p:nvSpPr>
          <p:spPr>
            <a:xfrm>
              <a:off x="4395787" y="2295525"/>
              <a:ext cx="176212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Shape 237"/>
            <p:cNvSpPr/>
            <p:nvPr/>
          </p:nvSpPr>
          <p:spPr>
            <a:xfrm>
              <a:off x="4216400" y="2054225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4547D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Shape 238"/>
            <p:cNvSpPr/>
            <p:nvPr/>
          </p:nvSpPr>
          <p:spPr>
            <a:xfrm>
              <a:off x="3970337" y="1839911"/>
              <a:ext cx="176212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Shape 239"/>
            <p:cNvSpPr/>
            <p:nvPr/>
          </p:nvSpPr>
          <p:spPr>
            <a:xfrm>
              <a:off x="3527425" y="1747836"/>
              <a:ext cx="177800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Shape 240"/>
            <p:cNvSpPr/>
            <p:nvPr/>
          </p:nvSpPr>
          <p:spPr>
            <a:xfrm>
              <a:off x="3221036" y="1844675"/>
              <a:ext cx="176212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Shape 241"/>
            <p:cNvSpPr/>
            <p:nvPr/>
          </p:nvSpPr>
          <p:spPr>
            <a:xfrm>
              <a:off x="2976561" y="2152650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Shape 242"/>
            <p:cNvSpPr/>
            <p:nvPr/>
          </p:nvSpPr>
          <p:spPr>
            <a:xfrm>
              <a:off x="2871786" y="1941511"/>
              <a:ext cx="176212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Shape 243"/>
            <p:cNvSpPr/>
            <p:nvPr/>
          </p:nvSpPr>
          <p:spPr>
            <a:xfrm>
              <a:off x="2759075" y="1743075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Shape 244"/>
            <p:cNvSpPr/>
            <p:nvPr/>
          </p:nvSpPr>
          <p:spPr>
            <a:xfrm>
              <a:off x="2513011" y="2046286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Shape 245"/>
            <p:cNvSpPr/>
            <p:nvPr/>
          </p:nvSpPr>
          <p:spPr>
            <a:xfrm>
              <a:off x="2189161" y="2132011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A5A86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Shape 246"/>
            <p:cNvSpPr/>
            <p:nvPr/>
          </p:nvSpPr>
          <p:spPr>
            <a:xfrm>
              <a:off x="2427286" y="1835150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Shape 247"/>
            <p:cNvSpPr/>
            <p:nvPr/>
          </p:nvSpPr>
          <p:spPr>
            <a:xfrm>
              <a:off x="2054225" y="1939925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Shape 248"/>
            <p:cNvSpPr/>
            <p:nvPr/>
          </p:nvSpPr>
          <p:spPr>
            <a:xfrm>
              <a:off x="2085975" y="1765300"/>
              <a:ext cx="177800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Shape 249"/>
            <p:cNvSpPr/>
            <p:nvPr/>
          </p:nvSpPr>
          <p:spPr>
            <a:xfrm>
              <a:off x="1717675" y="1851025"/>
              <a:ext cx="176212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Shape 250"/>
            <p:cNvSpPr/>
            <p:nvPr/>
          </p:nvSpPr>
          <p:spPr>
            <a:xfrm>
              <a:off x="1392237" y="1779586"/>
              <a:ext cx="177800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Shape 251"/>
            <p:cNvSpPr/>
            <p:nvPr/>
          </p:nvSpPr>
          <p:spPr>
            <a:xfrm>
              <a:off x="1389062" y="1930400"/>
              <a:ext cx="176212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Shape 252"/>
            <p:cNvSpPr/>
            <p:nvPr/>
          </p:nvSpPr>
          <p:spPr>
            <a:xfrm>
              <a:off x="1079500" y="1857375"/>
              <a:ext cx="177800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Shape 253"/>
            <p:cNvSpPr/>
            <p:nvPr/>
          </p:nvSpPr>
          <p:spPr>
            <a:xfrm>
              <a:off x="652462" y="1955800"/>
              <a:ext cx="176212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Shape 254"/>
            <p:cNvSpPr/>
            <p:nvPr/>
          </p:nvSpPr>
          <p:spPr>
            <a:xfrm>
              <a:off x="688975" y="1746250"/>
              <a:ext cx="177800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Shape 255"/>
            <p:cNvSpPr/>
            <p:nvPr/>
          </p:nvSpPr>
          <p:spPr>
            <a:xfrm>
              <a:off x="188911" y="2082800"/>
              <a:ext cx="176212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Shape 256"/>
            <p:cNvSpPr/>
            <p:nvPr/>
          </p:nvSpPr>
          <p:spPr>
            <a:xfrm>
              <a:off x="1362075" y="1589087"/>
              <a:ext cx="160337" cy="6032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Shape 257"/>
            <p:cNvSpPr/>
            <p:nvPr/>
          </p:nvSpPr>
          <p:spPr>
            <a:xfrm>
              <a:off x="2128836" y="1608137"/>
              <a:ext cx="160337" cy="6191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Shape 258"/>
            <p:cNvSpPr/>
            <p:nvPr/>
          </p:nvSpPr>
          <p:spPr>
            <a:xfrm>
              <a:off x="2760661" y="1600200"/>
              <a:ext cx="160337" cy="6032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Shape 259"/>
            <p:cNvSpPr/>
            <p:nvPr/>
          </p:nvSpPr>
          <p:spPr>
            <a:xfrm>
              <a:off x="3359150" y="1589087"/>
              <a:ext cx="158750" cy="6191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Shape 260"/>
            <p:cNvSpPr/>
            <p:nvPr/>
          </p:nvSpPr>
          <p:spPr>
            <a:xfrm>
              <a:off x="3683000" y="1493837"/>
              <a:ext cx="160337" cy="6191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Shape 261"/>
            <p:cNvSpPr/>
            <p:nvPr/>
          </p:nvSpPr>
          <p:spPr>
            <a:xfrm>
              <a:off x="4129087" y="1579562"/>
              <a:ext cx="160337" cy="61912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Shape 262"/>
            <p:cNvSpPr/>
            <p:nvPr/>
          </p:nvSpPr>
          <p:spPr>
            <a:xfrm>
              <a:off x="2646361" y="2254250"/>
              <a:ext cx="168274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65682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Shape 263"/>
            <p:cNvSpPr/>
            <p:nvPr/>
          </p:nvSpPr>
          <p:spPr>
            <a:xfrm>
              <a:off x="4059237" y="2406650"/>
              <a:ext cx="195261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05079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Shape 264"/>
            <p:cNvSpPr/>
            <p:nvPr/>
          </p:nvSpPr>
          <p:spPr>
            <a:xfrm>
              <a:off x="5745162" y="2043111"/>
              <a:ext cx="177800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Shape 265"/>
            <p:cNvSpPr/>
            <p:nvPr/>
          </p:nvSpPr>
          <p:spPr>
            <a:xfrm>
              <a:off x="6018212" y="1924050"/>
              <a:ext cx="176212" cy="80961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Shape 266"/>
            <p:cNvSpPr/>
            <p:nvPr/>
          </p:nvSpPr>
          <p:spPr>
            <a:xfrm>
              <a:off x="3387725" y="1441450"/>
              <a:ext cx="125412" cy="539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Shape 267"/>
            <p:cNvSpPr/>
            <p:nvPr/>
          </p:nvSpPr>
          <p:spPr>
            <a:xfrm>
              <a:off x="2006600" y="1441450"/>
              <a:ext cx="125412" cy="539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Shape 268"/>
            <p:cNvSpPr/>
            <p:nvPr/>
          </p:nvSpPr>
          <p:spPr>
            <a:xfrm>
              <a:off x="2335211" y="1379537"/>
              <a:ext cx="125412" cy="539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Shape 269"/>
            <p:cNvSpPr/>
            <p:nvPr/>
          </p:nvSpPr>
          <p:spPr>
            <a:xfrm>
              <a:off x="2619375" y="1308100"/>
              <a:ext cx="131761" cy="539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Shape 270"/>
            <p:cNvSpPr/>
            <p:nvPr/>
          </p:nvSpPr>
          <p:spPr>
            <a:xfrm>
              <a:off x="3044825" y="1379537"/>
              <a:ext cx="133349" cy="539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Shape 271"/>
            <p:cNvSpPr/>
            <p:nvPr/>
          </p:nvSpPr>
          <p:spPr>
            <a:xfrm>
              <a:off x="2730500" y="1465262"/>
              <a:ext cx="131761" cy="53974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Shape 272"/>
            <p:cNvSpPr/>
            <p:nvPr/>
          </p:nvSpPr>
          <p:spPr>
            <a:xfrm>
              <a:off x="3036886" y="1519237"/>
              <a:ext cx="150811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Shape 273"/>
            <p:cNvSpPr/>
            <p:nvPr/>
          </p:nvSpPr>
          <p:spPr>
            <a:xfrm>
              <a:off x="2446336" y="1527175"/>
              <a:ext cx="141287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Shape 274"/>
            <p:cNvSpPr/>
            <p:nvPr/>
          </p:nvSpPr>
          <p:spPr>
            <a:xfrm>
              <a:off x="1708150" y="1512887"/>
              <a:ext cx="160337" cy="71436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Shape 275"/>
            <p:cNvSpPr/>
            <p:nvPr/>
          </p:nvSpPr>
          <p:spPr>
            <a:xfrm>
              <a:off x="3148011" y="6392862"/>
              <a:ext cx="309561" cy="16668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Shape 276"/>
            <p:cNvSpPr/>
            <p:nvPr/>
          </p:nvSpPr>
          <p:spPr>
            <a:xfrm>
              <a:off x="3905250" y="5827712"/>
              <a:ext cx="311149" cy="1778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Shape 277"/>
            <p:cNvSpPr/>
            <p:nvPr/>
          </p:nvSpPr>
          <p:spPr>
            <a:xfrm>
              <a:off x="5140325" y="4954587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Shape 278"/>
            <p:cNvSpPr/>
            <p:nvPr/>
          </p:nvSpPr>
          <p:spPr>
            <a:xfrm>
              <a:off x="5635625" y="4572000"/>
              <a:ext cx="249237" cy="141287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Shape 279"/>
            <p:cNvSpPr/>
            <p:nvPr/>
          </p:nvSpPr>
          <p:spPr>
            <a:xfrm>
              <a:off x="4591050" y="5360987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Shape 280"/>
            <p:cNvSpPr/>
            <p:nvPr/>
          </p:nvSpPr>
          <p:spPr>
            <a:xfrm>
              <a:off x="6142037" y="4217987"/>
              <a:ext cx="239711" cy="133349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Shape 281"/>
            <p:cNvSpPr/>
            <p:nvPr/>
          </p:nvSpPr>
          <p:spPr>
            <a:xfrm>
              <a:off x="6492875" y="3929062"/>
              <a:ext cx="247649" cy="141287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Shape 282"/>
            <p:cNvSpPr/>
            <p:nvPr/>
          </p:nvSpPr>
          <p:spPr>
            <a:xfrm>
              <a:off x="6869111" y="3673475"/>
              <a:ext cx="212724" cy="114300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Shape 283"/>
            <p:cNvSpPr/>
            <p:nvPr/>
          </p:nvSpPr>
          <p:spPr>
            <a:xfrm>
              <a:off x="7480300" y="3209925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2324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Shape 284"/>
            <p:cNvSpPr/>
            <p:nvPr/>
          </p:nvSpPr>
          <p:spPr>
            <a:xfrm>
              <a:off x="7196136" y="3432175"/>
              <a:ext cx="220662" cy="9683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Shape 285"/>
            <p:cNvSpPr/>
            <p:nvPr/>
          </p:nvSpPr>
          <p:spPr>
            <a:xfrm>
              <a:off x="7720011" y="3048000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Shape 286"/>
            <p:cNvSpPr/>
            <p:nvPr/>
          </p:nvSpPr>
          <p:spPr>
            <a:xfrm>
              <a:off x="7951786" y="2868611"/>
              <a:ext cx="203199" cy="96836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34344F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Shape 287"/>
            <p:cNvSpPr/>
            <p:nvPr/>
          </p:nvSpPr>
          <p:spPr>
            <a:xfrm>
              <a:off x="8193086" y="2701925"/>
              <a:ext cx="195261" cy="79375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Shape 288"/>
            <p:cNvSpPr/>
            <p:nvPr/>
          </p:nvSpPr>
          <p:spPr>
            <a:xfrm>
              <a:off x="8377236" y="2562225"/>
              <a:ext cx="196850" cy="809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Shape 289"/>
            <p:cNvSpPr/>
            <p:nvPr/>
          </p:nvSpPr>
          <p:spPr>
            <a:xfrm>
              <a:off x="8569325" y="2414586"/>
              <a:ext cx="195261" cy="80961"/>
            </a:xfrm>
            <a:prstGeom prst="ellipse">
              <a:avLst/>
            </a:prstGeom>
            <a:gradFill>
              <a:gsLst>
                <a:gs pos="0">
                  <a:schemeClr val="dk1"/>
                </a:gs>
                <a:gs pos="100000">
                  <a:srgbClr val="4B4B70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Shape 290"/>
            <p:cNvSpPr/>
            <p:nvPr/>
          </p:nvSpPr>
          <p:spPr>
            <a:xfrm>
              <a:off x="5167312" y="6462712"/>
              <a:ext cx="311149" cy="16827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Shape 291"/>
            <p:cNvSpPr/>
            <p:nvPr/>
          </p:nvSpPr>
          <p:spPr>
            <a:xfrm>
              <a:off x="5795962" y="5862637"/>
              <a:ext cx="311149" cy="176212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Shape 292"/>
            <p:cNvSpPr/>
            <p:nvPr/>
          </p:nvSpPr>
          <p:spPr>
            <a:xfrm>
              <a:off x="7577136" y="5881687"/>
              <a:ext cx="319087" cy="16827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Shape 293"/>
            <p:cNvSpPr/>
            <p:nvPr/>
          </p:nvSpPr>
          <p:spPr>
            <a:xfrm>
              <a:off x="7129461" y="6427787"/>
              <a:ext cx="311149" cy="16668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Shape 294"/>
            <p:cNvSpPr/>
            <p:nvPr/>
          </p:nvSpPr>
          <p:spPr>
            <a:xfrm>
              <a:off x="6332537" y="5391150"/>
              <a:ext cx="266699" cy="15239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Shape 295"/>
            <p:cNvSpPr/>
            <p:nvPr/>
          </p:nvSpPr>
          <p:spPr>
            <a:xfrm>
              <a:off x="6767511" y="4986337"/>
              <a:ext cx="265111" cy="15081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Shape 296"/>
            <p:cNvSpPr/>
            <p:nvPr/>
          </p:nvSpPr>
          <p:spPr>
            <a:xfrm>
              <a:off x="8007350" y="5426075"/>
              <a:ext cx="265111" cy="15081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Shape 297"/>
            <p:cNvSpPr/>
            <p:nvPr/>
          </p:nvSpPr>
          <p:spPr>
            <a:xfrm>
              <a:off x="7227886" y="4560887"/>
              <a:ext cx="247649" cy="13176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Shape 298"/>
            <p:cNvSpPr/>
            <p:nvPr/>
          </p:nvSpPr>
          <p:spPr>
            <a:xfrm>
              <a:off x="8402636" y="4946650"/>
              <a:ext cx="266699" cy="15081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Shape 299"/>
            <p:cNvSpPr/>
            <p:nvPr/>
          </p:nvSpPr>
          <p:spPr>
            <a:xfrm>
              <a:off x="8726486" y="4570412"/>
              <a:ext cx="247649" cy="141287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Shape 300"/>
            <p:cNvSpPr/>
            <p:nvPr/>
          </p:nvSpPr>
          <p:spPr>
            <a:xfrm>
              <a:off x="7575550" y="4243387"/>
              <a:ext cx="247649" cy="13176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Shape 301"/>
            <p:cNvSpPr/>
            <p:nvPr/>
          </p:nvSpPr>
          <p:spPr>
            <a:xfrm>
              <a:off x="7883525" y="3949700"/>
              <a:ext cx="247649" cy="13334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Shape 302"/>
            <p:cNvSpPr/>
            <p:nvPr/>
          </p:nvSpPr>
          <p:spPr>
            <a:xfrm>
              <a:off x="8642350" y="3257550"/>
              <a:ext cx="212724" cy="11588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Shape 303"/>
            <p:cNvSpPr/>
            <p:nvPr/>
          </p:nvSpPr>
          <p:spPr>
            <a:xfrm>
              <a:off x="8193086" y="3673475"/>
              <a:ext cx="222250" cy="11588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Shape 304"/>
            <p:cNvSpPr/>
            <p:nvPr/>
          </p:nvSpPr>
          <p:spPr>
            <a:xfrm>
              <a:off x="8442325" y="3454400"/>
              <a:ext cx="212724" cy="9683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Shape 305"/>
            <p:cNvSpPr/>
            <p:nvPr/>
          </p:nvSpPr>
          <p:spPr>
            <a:xfrm>
              <a:off x="8859836" y="3068636"/>
              <a:ext cx="203199" cy="9683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Shape 306"/>
            <p:cNvSpPr/>
            <p:nvPr/>
          </p:nvSpPr>
          <p:spPr>
            <a:xfrm>
              <a:off x="9031286" y="2874961"/>
              <a:ext cx="203199" cy="9683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F2F47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Shape 307"/>
            <p:cNvSpPr/>
            <p:nvPr/>
          </p:nvSpPr>
          <p:spPr>
            <a:xfrm>
              <a:off x="8990011" y="4254500"/>
              <a:ext cx="247649" cy="131761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D2D4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Shape 308"/>
            <p:cNvSpPr/>
            <p:nvPr/>
          </p:nvSpPr>
          <p:spPr>
            <a:xfrm>
              <a:off x="-103186" y="4548187"/>
              <a:ext cx="238124" cy="141287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7476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Shape 309"/>
            <p:cNvSpPr/>
            <p:nvPr/>
          </p:nvSpPr>
          <p:spPr>
            <a:xfrm>
              <a:off x="3175" y="3932237"/>
              <a:ext cx="247649" cy="141287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4D4D74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Shape 310"/>
            <p:cNvSpPr/>
            <p:nvPr/>
          </p:nvSpPr>
          <p:spPr>
            <a:xfrm>
              <a:off x="-14286" y="2279650"/>
              <a:ext cx="168274" cy="69849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5D5D8B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Shape 311"/>
            <p:cNvSpPr/>
            <p:nvPr/>
          </p:nvSpPr>
          <p:spPr>
            <a:xfrm>
              <a:off x="8928100" y="6365875"/>
              <a:ext cx="319087" cy="168274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rgbClr val="202031"/>
                </a:gs>
              </a:gsLst>
              <a:lin ang="2700000" scaled="0"/>
            </a:gradFill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2" name="Shape 31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Shape 31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Shape 314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5" name="Shape 3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7" name="Shape 317" descr="logogi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0" y="6350"/>
            <a:ext cx="596900" cy="474661"/>
          </a:xfrm>
          <a:prstGeom prst="rect">
            <a:avLst/>
          </a:prstGeom>
          <a:noFill/>
          <a:ln>
            <a:noFill/>
          </a:ln>
          <a:effectLst>
            <a:outerShdw sx="1000" sy="1000" algn="ctr" rotWithShape="0">
              <a:srgbClr val="000000"/>
            </a:outerShdw>
          </a:effectLst>
        </p:spPr>
      </p:pic>
      <p:pic>
        <p:nvPicPr>
          <p:cNvPr id="318" name="Shape 318" descr="logoupc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087" y="6350"/>
            <a:ext cx="2262187" cy="457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Shape 32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Shape 32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Shape 32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4" name="Shape 324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Shape 33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Shape 335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6" name="Shape 336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9" name="Shape 34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Shape 35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Shape 351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1" name="Shape 36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2" name="Shape 36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Shape 363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4" name="Shape 364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4" name="Shape 37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5" name="Shape 375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Shape 376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7" name="Shape 377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96850" algn="l" rtl="0"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651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50000"/>
              <a:buFont typeface="Noto Sans Symbols"/>
              <a:buChar char="■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Shape 38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Shape 387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Shape 38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5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Shape 389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8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7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1.png"/><Relationship Id="rId20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26.wmf"/><Relationship Id="rId4" Type="http://schemas.openxmlformats.org/officeDocument/2006/relationships/image" Target="../media/image28.png"/><Relationship Id="rId9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png"/><Relationship Id="rId4" Type="http://schemas.openxmlformats.org/officeDocument/2006/relationships/image" Target="../media/image3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jpg"/><Relationship Id="rId4" Type="http://schemas.openxmlformats.org/officeDocument/2006/relationships/image" Target="../media/image6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8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8.wmf"/><Relationship Id="rId4" Type="http://schemas.openxmlformats.org/officeDocument/2006/relationships/image" Target="../media/image84.png"/><Relationship Id="rId9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notesSlide" Target="../notesSlides/notesSlide31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91.wmf"/><Relationship Id="rId4" Type="http://schemas.openxmlformats.org/officeDocument/2006/relationships/image" Target="../media/image92.jpg"/><Relationship Id="rId9" Type="http://schemas.openxmlformats.org/officeDocument/2006/relationships/oleObject" Target="../embeddings/oleObject11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13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9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00.jpg"/><Relationship Id="rId4" Type="http://schemas.openxmlformats.org/officeDocument/2006/relationships/image" Target="../media/image9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0.png"/><Relationship Id="rId4" Type="http://schemas.openxmlformats.org/officeDocument/2006/relationships/image" Target="../media/image109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Mass and Momentum Equations</a:t>
            </a:r>
          </a:p>
        </p:txBody>
      </p:sp>
      <p:sp>
        <p:nvSpPr>
          <p:cNvPr id="402" name="Shape 40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A. Bateman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hape 40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Ecuaciones</a:t>
            </a:r>
          </a:p>
        </p:txBody>
      </p:sp>
      <p:sp>
        <p:nvSpPr>
          <p:cNvPr id="409" name="Shape 40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Mass Conservation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None/>
            </a:pP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Energy Conservation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None/>
            </a:pP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</a:pPr>
            <a:r>
              <a:rPr lang="en-US"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Momentum conservation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Mass Conservation</a:t>
            </a:r>
          </a:p>
        </p:txBody>
      </p:sp>
      <p:sp>
        <p:nvSpPr>
          <p:cNvPr id="416" name="Shape 4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38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•"/>
            </a:pPr>
            <a:r>
              <a:rPr lang="en-US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Steady Flow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Noto Sans Symbols"/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None/>
            </a:pP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Shape 4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3211" y="2708275"/>
            <a:ext cx="295592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Typical Stream Cross Section</a:t>
            </a:r>
          </a:p>
        </p:txBody>
      </p:sp>
      <p:pic>
        <p:nvPicPr>
          <p:cNvPr id="424" name="Shape 424" descr="cauces"/>
          <p:cNvPicPr preferRelativeResize="0"/>
          <p:nvPr/>
        </p:nvPicPr>
        <p:blipFill rotWithShape="1">
          <a:blip r:embed="rId3">
            <a:alphaModFix/>
          </a:blip>
          <a:srcRect b="33308"/>
          <a:stretch/>
        </p:blipFill>
        <p:spPr>
          <a:xfrm>
            <a:off x="1150937" y="1412875"/>
            <a:ext cx="6842124" cy="2632074"/>
          </a:xfrm>
          <a:prstGeom prst="rect">
            <a:avLst/>
          </a:prstGeom>
          <a:noFill/>
          <a:ln w="508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25" name="Shape 425"/>
          <p:cNvSpPr txBox="1"/>
          <p:nvPr/>
        </p:nvSpPr>
        <p:spPr>
          <a:xfrm>
            <a:off x="0" y="306228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Shape 4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100" y="4221162"/>
            <a:ext cx="7035799" cy="170021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Shape 427"/>
          <p:cNvSpPr txBox="1"/>
          <p:nvPr/>
        </p:nvSpPr>
        <p:spPr>
          <a:xfrm>
            <a:off x="1187450" y="5949950"/>
            <a:ext cx="2151062" cy="7080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000" b="0" i="1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y: Water Depth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2000" b="0" i="1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q: Unit Discharge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Total Energy</a:t>
            </a:r>
          </a:p>
        </p:txBody>
      </p:sp>
      <p:pic>
        <p:nvPicPr>
          <p:cNvPr id="434" name="Shape 43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832475" y="1196975"/>
            <a:ext cx="2447925" cy="112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Shape 43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395287" y="3933825"/>
            <a:ext cx="544511" cy="6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Shape 436"/>
          <p:cNvPicPr preferRelativeResize="0">
            <a:picLocks noGrp="1"/>
          </p:cNvPicPr>
          <p:nvPr>
            <p:ph type="body" idx="3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8316911" y="4652962"/>
            <a:ext cx="646112" cy="68421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Shape 437"/>
          <p:cNvSpPr txBox="1"/>
          <p:nvPr/>
        </p:nvSpPr>
        <p:spPr>
          <a:xfrm>
            <a:off x="1300162" y="5341937"/>
            <a:ext cx="2967037" cy="1516061"/>
          </a:xfrm>
          <a:prstGeom prst="rect">
            <a:avLst/>
          </a:prstGeom>
          <a:noFill/>
          <a:ln>
            <a:noFill/>
          </a:ln>
        </p:spPr>
        <p:txBody>
          <a:bodyPr lIns="70400" tIns="35200" rIns="70400" bIns="35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Shape 438"/>
          <p:cNvSpPr txBox="1"/>
          <p:nvPr/>
        </p:nvSpPr>
        <p:spPr>
          <a:xfrm rot="877191">
            <a:off x="1799213" y="2188171"/>
            <a:ext cx="1433511" cy="669925"/>
          </a:xfrm>
          <a:prstGeom prst="rect">
            <a:avLst/>
          </a:prstGeom>
          <a:noFill/>
          <a:ln>
            <a:noFill/>
          </a:ln>
        </p:spPr>
        <p:txBody>
          <a:bodyPr lIns="70400" tIns="35200" rIns="70400" bIns="35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Energy Line</a:t>
            </a:r>
          </a:p>
        </p:txBody>
      </p:sp>
      <p:pic>
        <p:nvPicPr>
          <p:cNvPr id="439" name="Shape 4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37012" y="2987675"/>
            <a:ext cx="349250" cy="641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Shape 440"/>
          <p:cNvCxnSpPr/>
          <p:nvPr/>
        </p:nvCxnSpPr>
        <p:spPr>
          <a:xfrm rot="10800000" flipH="1">
            <a:off x="1874836" y="1706561"/>
            <a:ext cx="317500" cy="61912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triangle" w="lg" len="lg"/>
          </a:ln>
        </p:spPr>
      </p:cxnSp>
      <p:pic>
        <p:nvPicPr>
          <p:cNvPr id="441" name="Shape 44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07250" y="2789236"/>
            <a:ext cx="331786" cy="27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Shape 44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62437" y="1754186"/>
            <a:ext cx="439736" cy="52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3" name="Shape 443"/>
          <p:cNvCxnSpPr/>
          <p:nvPr/>
        </p:nvCxnSpPr>
        <p:spPr>
          <a:xfrm flipH="1" flipV="1">
            <a:off x="1941509" y="3190085"/>
            <a:ext cx="9056" cy="1274754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444" name="Shape 444"/>
          <p:cNvCxnSpPr/>
          <p:nvPr/>
        </p:nvCxnSpPr>
        <p:spPr>
          <a:xfrm rot="10800000">
            <a:off x="3967162" y="2847975"/>
            <a:ext cx="0" cy="79533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triangle" w="lg" len="lg"/>
            <a:tailEnd type="triangle" w="lg" len="lg"/>
          </a:ln>
        </p:spPr>
      </p:cxnSp>
      <p:cxnSp>
        <p:nvCxnSpPr>
          <p:cNvPr id="445" name="Shape 445"/>
          <p:cNvCxnSpPr/>
          <p:nvPr/>
        </p:nvCxnSpPr>
        <p:spPr>
          <a:xfrm rot="10800000">
            <a:off x="3030537" y="3000374"/>
            <a:ext cx="349250" cy="52705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446" name="Shape 446"/>
          <p:cNvCxnSpPr/>
          <p:nvPr/>
        </p:nvCxnSpPr>
        <p:spPr>
          <a:xfrm>
            <a:off x="1631950" y="2274886"/>
            <a:ext cx="6288087" cy="167163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47" name="Shape 447"/>
          <p:cNvCxnSpPr/>
          <p:nvPr/>
        </p:nvCxnSpPr>
        <p:spPr>
          <a:xfrm flipV="1">
            <a:off x="7123111" y="4505322"/>
            <a:ext cx="0" cy="1273178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448" name="Shape 448"/>
          <p:cNvCxnSpPr/>
          <p:nvPr/>
        </p:nvCxnSpPr>
        <p:spPr>
          <a:xfrm>
            <a:off x="2109786" y="2354261"/>
            <a:ext cx="501332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449" name="Shape 449"/>
          <p:cNvCxnSpPr/>
          <p:nvPr/>
        </p:nvCxnSpPr>
        <p:spPr>
          <a:xfrm>
            <a:off x="7123111" y="2354261"/>
            <a:ext cx="0" cy="127317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triangle" w="lg" len="lg"/>
            <a:tailEnd type="triangle" w="lg" len="lg"/>
          </a:ln>
        </p:spPr>
      </p:cxnSp>
      <p:sp>
        <p:nvSpPr>
          <p:cNvPr id="450" name="Shape 450"/>
          <p:cNvSpPr/>
          <p:nvPr/>
        </p:nvSpPr>
        <p:spPr>
          <a:xfrm>
            <a:off x="4741862" y="4451350"/>
            <a:ext cx="1352550" cy="23971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BE0E3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Shape 451"/>
          <p:cNvCxnSpPr/>
          <p:nvPr/>
        </p:nvCxnSpPr>
        <p:spPr>
          <a:xfrm>
            <a:off x="1631950" y="3051175"/>
            <a:ext cx="6288087" cy="1673224"/>
          </a:xfrm>
          <a:prstGeom prst="straightConnector1">
            <a:avLst/>
          </a:prstGeom>
          <a:noFill/>
          <a:ln w="50800" cap="flat" cmpd="sng">
            <a:solidFill>
              <a:srgbClr val="4F81BD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452" name="Shape 45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98912" y="3409947"/>
            <a:ext cx="369886" cy="557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Shape 45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13586" y="4779962"/>
            <a:ext cx="436562" cy="60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Shape 45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81512" y="4489450"/>
            <a:ext cx="158750" cy="18573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Shape 455"/>
          <p:cNvSpPr/>
          <p:nvPr/>
        </p:nvSpPr>
        <p:spPr>
          <a:xfrm>
            <a:off x="1835150" y="4346575"/>
            <a:ext cx="5337175" cy="14192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999" y="120000"/>
                </a:moveTo>
                <a:cubicBezTo>
                  <a:pt x="118718" y="118759"/>
                  <a:pt x="117474" y="117226"/>
                  <a:pt x="116212" y="115620"/>
                </a:cubicBezTo>
                <a:cubicBezTo>
                  <a:pt x="115649" y="114890"/>
                  <a:pt x="115046" y="115036"/>
                  <a:pt x="114464" y="114525"/>
                </a:cubicBezTo>
                <a:cubicBezTo>
                  <a:pt x="112716" y="112919"/>
                  <a:pt x="112152" y="110364"/>
                  <a:pt x="110385" y="109051"/>
                </a:cubicBezTo>
                <a:cubicBezTo>
                  <a:pt x="109802" y="107591"/>
                  <a:pt x="109219" y="106131"/>
                  <a:pt x="108637" y="104671"/>
                </a:cubicBezTo>
                <a:cubicBezTo>
                  <a:pt x="108287" y="103795"/>
                  <a:pt x="108112" y="102262"/>
                  <a:pt x="107763" y="101386"/>
                </a:cubicBezTo>
                <a:cubicBezTo>
                  <a:pt x="107510" y="100729"/>
                  <a:pt x="107160" y="100802"/>
                  <a:pt x="106888" y="100291"/>
                </a:cubicBezTo>
                <a:cubicBezTo>
                  <a:pt x="104635" y="96058"/>
                  <a:pt x="107335" y="99781"/>
                  <a:pt x="105140" y="97007"/>
                </a:cubicBezTo>
                <a:cubicBezTo>
                  <a:pt x="104247" y="93649"/>
                  <a:pt x="103450" y="93357"/>
                  <a:pt x="102518" y="90437"/>
                </a:cubicBezTo>
                <a:cubicBezTo>
                  <a:pt x="99779" y="81897"/>
                  <a:pt x="104305" y="93868"/>
                  <a:pt x="99896" y="82773"/>
                </a:cubicBezTo>
                <a:cubicBezTo>
                  <a:pt x="99643" y="82116"/>
                  <a:pt x="98031" y="80802"/>
                  <a:pt x="97856" y="80583"/>
                </a:cubicBezTo>
                <a:cubicBezTo>
                  <a:pt x="94166" y="76642"/>
                  <a:pt x="92088" y="77956"/>
                  <a:pt x="87368" y="77299"/>
                </a:cubicBezTo>
                <a:cubicBezTo>
                  <a:pt x="84648" y="76496"/>
                  <a:pt x="81929" y="76204"/>
                  <a:pt x="79210" y="75109"/>
                </a:cubicBezTo>
                <a:cubicBezTo>
                  <a:pt x="77170" y="74306"/>
                  <a:pt x="75111" y="70875"/>
                  <a:pt x="73091" y="69635"/>
                </a:cubicBezTo>
                <a:cubicBezTo>
                  <a:pt x="70178" y="67810"/>
                  <a:pt x="64953" y="67737"/>
                  <a:pt x="62894" y="67445"/>
                </a:cubicBezTo>
                <a:cubicBezTo>
                  <a:pt x="62214" y="67080"/>
                  <a:pt x="61515" y="67007"/>
                  <a:pt x="60854" y="66350"/>
                </a:cubicBezTo>
                <a:cubicBezTo>
                  <a:pt x="58407" y="64087"/>
                  <a:pt x="60349" y="64598"/>
                  <a:pt x="58232" y="61970"/>
                </a:cubicBezTo>
                <a:cubicBezTo>
                  <a:pt x="57766" y="61386"/>
                  <a:pt x="57261" y="61313"/>
                  <a:pt x="56775" y="60875"/>
                </a:cubicBezTo>
                <a:cubicBezTo>
                  <a:pt x="55998" y="60218"/>
                  <a:pt x="54444" y="58686"/>
                  <a:pt x="54444" y="58686"/>
                </a:cubicBezTo>
                <a:cubicBezTo>
                  <a:pt x="54153" y="57956"/>
                  <a:pt x="53881" y="57080"/>
                  <a:pt x="53570" y="56496"/>
                </a:cubicBezTo>
                <a:cubicBezTo>
                  <a:pt x="53298" y="55985"/>
                  <a:pt x="52968" y="55985"/>
                  <a:pt x="52696" y="55401"/>
                </a:cubicBezTo>
                <a:cubicBezTo>
                  <a:pt x="52075" y="54087"/>
                  <a:pt x="51608" y="51824"/>
                  <a:pt x="50948" y="51021"/>
                </a:cubicBezTo>
                <a:cubicBezTo>
                  <a:pt x="50365" y="50291"/>
                  <a:pt x="49783" y="49562"/>
                  <a:pt x="49200" y="48832"/>
                </a:cubicBezTo>
                <a:cubicBezTo>
                  <a:pt x="48909" y="48467"/>
                  <a:pt x="48326" y="47737"/>
                  <a:pt x="48326" y="47737"/>
                </a:cubicBezTo>
                <a:cubicBezTo>
                  <a:pt x="41294" y="49781"/>
                  <a:pt x="35720" y="46277"/>
                  <a:pt x="29096" y="40072"/>
                </a:cubicBezTo>
                <a:cubicBezTo>
                  <a:pt x="24376" y="40802"/>
                  <a:pt x="20880" y="42116"/>
                  <a:pt x="16277" y="40072"/>
                </a:cubicBezTo>
                <a:cubicBezTo>
                  <a:pt x="14878" y="39416"/>
                  <a:pt x="14043" y="36204"/>
                  <a:pt x="12780" y="34598"/>
                </a:cubicBezTo>
                <a:cubicBezTo>
                  <a:pt x="11751" y="31751"/>
                  <a:pt x="10547" y="30000"/>
                  <a:pt x="9575" y="26934"/>
                </a:cubicBezTo>
                <a:cubicBezTo>
                  <a:pt x="8488" y="23503"/>
                  <a:pt x="8624" y="21021"/>
                  <a:pt x="7245" y="19270"/>
                </a:cubicBezTo>
                <a:cubicBezTo>
                  <a:pt x="5885" y="14160"/>
                  <a:pt x="6720" y="16861"/>
                  <a:pt x="4622" y="11605"/>
                </a:cubicBezTo>
                <a:cubicBezTo>
                  <a:pt x="4370" y="10948"/>
                  <a:pt x="4020" y="11021"/>
                  <a:pt x="3748" y="10510"/>
                </a:cubicBezTo>
                <a:cubicBezTo>
                  <a:pt x="1845" y="6934"/>
                  <a:pt x="3943" y="9854"/>
                  <a:pt x="2000" y="5036"/>
                </a:cubicBezTo>
                <a:cubicBezTo>
                  <a:pt x="0" y="0"/>
                  <a:pt x="1786" y="6423"/>
                  <a:pt x="835" y="2846"/>
                </a:cubicBezTo>
              </a:path>
            </a:pathLst>
          </a:custGeom>
          <a:noFill/>
          <a:ln w="317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Shape 45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62350" y="5059362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Shape 4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14737" y="4062412"/>
            <a:ext cx="339724" cy="4016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8" name="Shape 458"/>
          <p:cNvCxnSpPr/>
          <p:nvPr/>
        </p:nvCxnSpPr>
        <p:spPr>
          <a:xfrm rot="10800000" flipH="1">
            <a:off x="3959225" y="4918074"/>
            <a:ext cx="4762" cy="139065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459" name="Shape 459"/>
          <p:cNvCxnSpPr/>
          <p:nvPr/>
        </p:nvCxnSpPr>
        <p:spPr>
          <a:xfrm rot="10800000">
            <a:off x="3963987" y="3673475"/>
            <a:ext cx="0" cy="1244599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460" name="Shape 460"/>
          <p:cNvSpPr txBox="1"/>
          <p:nvPr/>
        </p:nvSpPr>
        <p:spPr>
          <a:xfrm>
            <a:off x="1774825" y="4410075"/>
            <a:ext cx="4035424" cy="2062162"/>
          </a:xfrm>
          <a:prstGeom prst="rect">
            <a:avLst/>
          </a:prstGeom>
          <a:noFill/>
          <a:ln>
            <a:noFill/>
          </a:ln>
        </p:spPr>
        <p:txBody>
          <a:bodyPr lIns="70400" tIns="35200" rIns="70400" bIns="35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Shape 461"/>
          <p:cNvCxnSpPr/>
          <p:nvPr/>
        </p:nvCxnSpPr>
        <p:spPr>
          <a:xfrm>
            <a:off x="1763711" y="6308725"/>
            <a:ext cx="5400675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62" name="Shape 462"/>
          <p:cNvSpPr txBox="1"/>
          <p:nvPr/>
        </p:nvSpPr>
        <p:spPr>
          <a:xfrm>
            <a:off x="7424476" y="6134790"/>
            <a:ext cx="1289049" cy="6413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 Level</a:t>
            </a:r>
          </a:p>
        </p:txBody>
      </p:sp>
      <p:sp>
        <p:nvSpPr>
          <p:cNvPr id="463" name="Shape 463"/>
          <p:cNvSpPr txBox="1"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4" name="Shape 46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843211" y="5697537"/>
            <a:ext cx="2484437" cy="62229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Shape 465"/>
          <p:cNvSpPr/>
          <p:nvPr/>
        </p:nvSpPr>
        <p:spPr>
          <a:xfrm>
            <a:off x="3851275" y="2673350"/>
            <a:ext cx="895349" cy="99536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610" y="19065"/>
                </a:moveTo>
                <a:cubicBezTo>
                  <a:pt x="66902" y="17142"/>
                  <a:pt x="42123" y="11695"/>
                  <a:pt x="24424" y="23391"/>
                </a:cubicBezTo>
                <a:cubicBezTo>
                  <a:pt x="16460" y="34125"/>
                  <a:pt x="25840" y="20507"/>
                  <a:pt x="19646" y="33644"/>
                </a:cubicBezTo>
                <a:cubicBezTo>
                  <a:pt x="17876" y="37329"/>
                  <a:pt x="15044" y="40373"/>
                  <a:pt x="13097" y="43898"/>
                </a:cubicBezTo>
                <a:cubicBezTo>
                  <a:pt x="12566" y="46782"/>
                  <a:pt x="12389" y="49826"/>
                  <a:pt x="11504" y="52710"/>
                </a:cubicBezTo>
                <a:cubicBezTo>
                  <a:pt x="10796" y="55273"/>
                  <a:pt x="8849" y="57516"/>
                  <a:pt x="8318" y="60080"/>
                </a:cubicBezTo>
                <a:cubicBezTo>
                  <a:pt x="7256" y="65367"/>
                  <a:pt x="7433" y="70814"/>
                  <a:pt x="6725" y="76101"/>
                </a:cubicBezTo>
                <a:cubicBezTo>
                  <a:pt x="6371" y="78184"/>
                  <a:pt x="5663" y="80106"/>
                  <a:pt x="5132" y="82029"/>
                </a:cubicBezTo>
                <a:cubicBezTo>
                  <a:pt x="6371" y="95327"/>
                  <a:pt x="0" y="115193"/>
                  <a:pt x="16460" y="119999"/>
                </a:cubicBezTo>
                <a:cubicBezTo>
                  <a:pt x="39115" y="118237"/>
                  <a:pt x="58938" y="113431"/>
                  <a:pt x="81061" y="108304"/>
                </a:cubicBezTo>
                <a:cubicBezTo>
                  <a:pt x="87610" y="106702"/>
                  <a:pt x="94867" y="102857"/>
                  <a:pt x="100530" y="99492"/>
                </a:cubicBezTo>
                <a:cubicBezTo>
                  <a:pt x="104424" y="97249"/>
                  <a:pt x="111858" y="92283"/>
                  <a:pt x="111858" y="92283"/>
                </a:cubicBezTo>
                <a:cubicBezTo>
                  <a:pt x="119292" y="82189"/>
                  <a:pt x="117168" y="86835"/>
                  <a:pt x="120000" y="78985"/>
                </a:cubicBezTo>
                <a:cubicBezTo>
                  <a:pt x="119469" y="76421"/>
                  <a:pt x="116283" y="56234"/>
                  <a:pt x="113451" y="51268"/>
                </a:cubicBezTo>
                <a:cubicBezTo>
                  <a:pt x="105309" y="37329"/>
                  <a:pt x="94336" y="27236"/>
                  <a:pt x="81061" y="17463"/>
                </a:cubicBezTo>
                <a:cubicBezTo>
                  <a:pt x="75752" y="13457"/>
                  <a:pt x="70265" y="9612"/>
                  <a:pt x="64955" y="5767"/>
                </a:cubicBezTo>
                <a:cubicBezTo>
                  <a:pt x="61946" y="3524"/>
                  <a:pt x="55221" y="0"/>
                  <a:pt x="55221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Shape 466"/>
          <p:cNvSpPr/>
          <p:nvPr/>
        </p:nvSpPr>
        <p:spPr>
          <a:xfrm>
            <a:off x="3527425" y="3789362"/>
            <a:ext cx="611187" cy="93662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610" y="19065"/>
                </a:moveTo>
                <a:cubicBezTo>
                  <a:pt x="66902" y="17142"/>
                  <a:pt x="42123" y="11695"/>
                  <a:pt x="24424" y="23391"/>
                </a:cubicBezTo>
                <a:cubicBezTo>
                  <a:pt x="16460" y="34125"/>
                  <a:pt x="25840" y="20507"/>
                  <a:pt x="19646" y="33644"/>
                </a:cubicBezTo>
                <a:cubicBezTo>
                  <a:pt x="17876" y="37329"/>
                  <a:pt x="15044" y="40373"/>
                  <a:pt x="13097" y="43898"/>
                </a:cubicBezTo>
                <a:cubicBezTo>
                  <a:pt x="12566" y="46782"/>
                  <a:pt x="12389" y="49826"/>
                  <a:pt x="11504" y="52710"/>
                </a:cubicBezTo>
                <a:cubicBezTo>
                  <a:pt x="10796" y="55273"/>
                  <a:pt x="8849" y="57516"/>
                  <a:pt x="8318" y="60080"/>
                </a:cubicBezTo>
                <a:cubicBezTo>
                  <a:pt x="7256" y="65367"/>
                  <a:pt x="7433" y="70814"/>
                  <a:pt x="6725" y="76101"/>
                </a:cubicBezTo>
                <a:cubicBezTo>
                  <a:pt x="6371" y="78184"/>
                  <a:pt x="5663" y="80106"/>
                  <a:pt x="5132" y="82029"/>
                </a:cubicBezTo>
                <a:cubicBezTo>
                  <a:pt x="6371" y="95327"/>
                  <a:pt x="0" y="115193"/>
                  <a:pt x="16460" y="119999"/>
                </a:cubicBezTo>
                <a:cubicBezTo>
                  <a:pt x="39115" y="118237"/>
                  <a:pt x="58938" y="113431"/>
                  <a:pt x="81061" y="108304"/>
                </a:cubicBezTo>
                <a:cubicBezTo>
                  <a:pt x="87610" y="106702"/>
                  <a:pt x="94867" y="102857"/>
                  <a:pt x="100530" y="99492"/>
                </a:cubicBezTo>
                <a:cubicBezTo>
                  <a:pt x="104424" y="97249"/>
                  <a:pt x="111858" y="92283"/>
                  <a:pt x="111858" y="92283"/>
                </a:cubicBezTo>
                <a:cubicBezTo>
                  <a:pt x="119292" y="82189"/>
                  <a:pt x="117168" y="86835"/>
                  <a:pt x="120000" y="78985"/>
                </a:cubicBezTo>
                <a:cubicBezTo>
                  <a:pt x="119469" y="76421"/>
                  <a:pt x="116283" y="56234"/>
                  <a:pt x="113451" y="51268"/>
                </a:cubicBezTo>
                <a:cubicBezTo>
                  <a:pt x="105309" y="37329"/>
                  <a:pt x="94336" y="27236"/>
                  <a:pt x="81061" y="17463"/>
                </a:cubicBezTo>
                <a:cubicBezTo>
                  <a:pt x="75752" y="13457"/>
                  <a:pt x="70265" y="9612"/>
                  <a:pt x="64955" y="5767"/>
                </a:cubicBezTo>
                <a:cubicBezTo>
                  <a:pt x="61946" y="3524"/>
                  <a:pt x="55221" y="0"/>
                  <a:pt x="55221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3492500" y="4868862"/>
            <a:ext cx="503236" cy="7905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610" y="19065"/>
                </a:moveTo>
                <a:cubicBezTo>
                  <a:pt x="66902" y="17142"/>
                  <a:pt x="42123" y="11695"/>
                  <a:pt x="24424" y="23391"/>
                </a:cubicBezTo>
                <a:cubicBezTo>
                  <a:pt x="16460" y="34125"/>
                  <a:pt x="25840" y="20507"/>
                  <a:pt x="19646" y="33644"/>
                </a:cubicBezTo>
                <a:cubicBezTo>
                  <a:pt x="17876" y="37329"/>
                  <a:pt x="15044" y="40373"/>
                  <a:pt x="13097" y="43898"/>
                </a:cubicBezTo>
                <a:cubicBezTo>
                  <a:pt x="12566" y="46782"/>
                  <a:pt x="12389" y="49826"/>
                  <a:pt x="11504" y="52710"/>
                </a:cubicBezTo>
                <a:cubicBezTo>
                  <a:pt x="10796" y="55273"/>
                  <a:pt x="8849" y="57516"/>
                  <a:pt x="8318" y="60080"/>
                </a:cubicBezTo>
                <a:cubicBezTo>
                  <a:pt x="7256" y="65367"/>
                  <a:pt x="7433" y="70814"/>
                  <a:pt x="6725" y="76101"/>
                </a:cubicBezTo>
                <a:cubicBezTo>
                  <a:pt x="6371" y="78184"/>
                  <a:pt x="5663" y="80106"/>
                  <a:pt x="5132" y="82029"/>
                </a:cubicBezTo>
                <a:cubicBezTo>
                  <a:pt x="6371" y="95327"/>
                  <a:pt x="0" y="115193"/>
                  <a:pt x="16460" y="119999"/>
                </a:cubicBezTo>
                <a:cubicBezTo>
                  <a:pt x="39115" y="118237"/>
                  <a:pt x="58938" y="113431"/>
                  <a:pt x="81061" y="108304"/>
                </a:cubicBezTo>
                <a:cubicBezTo>
                  <a:pt x="87610" y="106702"/>
                  <a:pt x="94867" y="102857"/>
                  <a:pt x="100530" y="99492"/>
                </a:cubicBezTo>
                <a:cubicBezTo>
                  <a:pt x="104424" y="97249"/>
                  <a:pt x="111858" y="92283"/>
                  <a:pt x="111858" y="92283"/>
                </a:cubicBezTo>
                <a:cubicBezTo>
                  <a:pt x="119292" y="82189"/>
                  <a:pt x="117168" y="86835"/>
                  <a:pt x="120000" y="78985"/>
                </a:cubicBezTo>
                <a:cubicBezTo>
                  <a:pt x="119469" y="76421"/>
                  <a:pt x="116283" y="56234"/>
                  <a:pt x="113451" y="51268"/>
                </a:cubicBezTo>
                <a:cubicBezTo>
                  <a:pt x="105309" y="37329"/>
                  <a:pt x="94336" y="27236"/>
                  <a:pt x="81061" y="17463"/>
                </a:cubicBezTo>
                <a:cubicBezTo>
                  <a:pt x="75752" y="13457"/>
                  <a:pt x="70265" y="9612"/>
                  <a:pt x="64955" y="5767"/>
                </a:cubicBezTo>
                <a:cubicBezTo>
                  <a:pt x="61946" y="3524"/>
                  <a:pt x="55221" y="0"/>
                  <a:pt x="55221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Shape 468"/>
          <p:cNvSpPr/>
          <p:nvPr/>
        </p:nvSpPr>
        <p:spPr>
          <a:xfrm>
            <a:off x="1079500" y="2384425"/>
            <a:ext cx="360362" cy="3889375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Shape 469"/>
          <p:cNvSpPr/>
          <p:nvPr/>
        </p:nvSpPr>
        <p:spPr>
          <a:xfrm>
            <a:off x="7993061" y="3789362"/>
            <a:ext cx="323850" cy="2519361"/>
          </a:xfrm>
          <a:prstGeom prst="rightBrace">
            <a:avLst>
              <a:gd name="adj1" fmla="val 8333"/>
              <a:gd name="adj2" fmla="val 10807"/>
            </a:avLst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Shape 470"/>
          <p:cNvSpPr/>
          <p:nvPr/>
        </p:nvSpPr>
        <p:spPr>
          <a:xfrm>
            <a:off x="7999411" y="2349500"/>
            <a:ext cx="323850" cy="1366836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1" name="Shape 471"/>
          <p:cNvPicPr preferRelativeResize="0">
            <a:picLocks noGrp="1"/>
          </p:cNvPicPr>
          <p:nvPr>
            <p:ph type="body" idx="4"/>
          </p:nvPr>
        </p:nvPicPr>
        <p:blipFill rotWithShape="1">
          <a:blip r:embed="rId16">
            <a:alphaModFix/>
          </a:blip>
          <a:srcRect/>
          <a:stretch/>
        </p:blipFill>
        <p:spPr>
          <a:xfrm>
            <a:off x="8280400" y="2781300"/>
            <a:ext cx="684211" cy="423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2" name="Shape 472"/>
          <p:cNvCxnSpPr/>
          <p:nvPr/>
        </p:nvCxnSpPr>
        <p:spPr>
          <a:xfrm rot="10800000" flipH="1">
            <a:off x="1212850" y="6313487"/>
            <a:ext cx="5988049" cy="73025"/>
          </a:xfrm>
          <a:prstGeom prst="straightConnector1">
            <a:avLst/>
          </a:prstGeom>
          <a:noFill/>
          <a:ln w="44450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3" name="Shape 473"/>
          <p:cNvCxnSpPr/>
          <p:nvPr/>
        </p:nvCxnSpPr>
        <p:spPr>
          <a:xfrm rot="-5400000">
            <a:off x="2618581" y="5638006"/>
            <a:ext cx="1497012" cy="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stealth" w="lg" len="lg"/>
          </a:ln>
        </p:spPr>
      </p:cxnSp>
      <p:cxnSp>
        <p:nvCxnSpPr>
          <p:cNvPr id="474" name="Shape 474"/>
          <p:cNvCxnSpPr/>
          <p:nvPr/>
        </p:nvCxnSpPr>
        <p:spPr>
          <a:xfrm rot="-5400000">
            <a:off x="2753517" y="4166392"/>
            <a:ext cx="1227136" cy="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stealth" w="lg" len="lg"/>
          </a:ln>
        </p:spPr>
      </p:cxnSp>
      <p:cxnSp>
        <p:nvCxnSpPr>
          <p:cNvPr id="475" name="Shape 475"/>
          <p:cNvCxnSpPr/>
          <p:nvPr/>
        </p:nvCxnSpPr>
        <p:spPr>
          <a:xfrm rot="-5400000">
            <a:off x="3038475" y="3136900"/>
            <a:ext cx="657224" cy="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stealth" w="lg" len="lg"/>
          </a:ln>
        </p:spPr>
      </p:cxnSp>
      <p:sp>
        <p:nvSpPr>
          <p:cNvPr id="476" name="Shape 476"/>
          <p:cNvSpPr txBox="1"/>
          <p:nvPr/>
        </p:nvSpPr>
        <p:spPr>
          <a:xfrm rot="1079565">
            <a:off x="2290761" y="3151705"/>
            <a:ext cx="1282700" cy="601661"/>
          </a:xfrm>
          <a:prstGeom prst="rect">
            <a:avLst/>
          </a:prstGeom>
          <a:noFill/>
          <a:ln>
            <a:noFill/>
          </a:ln>
        </p:spPr>
        <p:txBody>
          <a:bodyPr lIns="70400" tIns="35200" rIns="70400" bIns="35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Water </a:t>
            </a:r>
            <a:r>
              <a:rPr lang="en-US" dirty="0" smtClean="0">
                <a:solidFill>
                  <a:schemeClr val="lt1"/>
                </a:solidFill>
              </a:rPr>
              <a:t>surface</a:t>
            </a:r>
            <a:r>
              <a:rPr lang="en-US" sz="1400" b="0" i="0" u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1400" b="0" i="0" u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Shape 476">
            <a:extLst>
              <a:ext uri="{FF2B5EF4-FFF2-40B4-BE49-F238E27FC236}">
                <a16:creationId xmlns:a16="http://schemas.microsoft.com/office/drawing/2014/main" id="{60E71C0F-9628-4312-998F-BFB782C83221}"/>
              </a:ext>
            </a:extLst>
          </p:cNvPr>
          <p:cNvSpPr txBox="1"/>
          <p:nvPr/>
        </p:nvSpPr>
        <p:spPr>
          <a:xfrm>
            <a:off x="1849326" y="4664865"/>
            <a:ext cx="500058" cy="295276"/>
          </a:xfrm>
          <a:prstGeom prst="rect">
            <a:avLst/>
          </a:prstGeom>
          <a:noFill/>
          <a:ln>
            <a:noFill/>
          </a:ln>
        </p:spPr>
        <p:txBody>
          <a:bodyPr lIns="70400" tIns="35200" rIns="70400" bIns="352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Bed</a:t>
            </a:r>
            <a:r>
              <a:rPr lang="en-US" sz="1400" b="0" i="0" u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cxnSp>
        <p:nvCxnSpPr>
          <p:cNvPr id="48" name="Shape 443"/>
          <p:cNvCxnSpPr/>
          <p:nvPr/>
        </p:nvCxnSpPr>
        <p:spPr>
          <a:xfrm flipH="1" flipV="1">
            <a:off x="1941509" y="4474369"/>
            <a:ext cx="14839" cy="1799431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triangle" w="lg" len="lg"/>
          </a:ln>
        </p:spPr>
      </p:cxn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355959"/>
              </p:ext>
            </p:extLst>
          </p:nvPr>
        </p:nvGraphicFramePr>
        <p:xfrm>
          <a:off x="1627187" y="4835897"/>
          <a:ext cx="273050" cy="75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7" imgW="152280" imgH="228600" progId="Equation.DSMT4">
                  <p:embed/>
                </p:oleObj>
              </mc:Choice>
              <mc:Fallback>
                <p:oleObj name="Equation" r:id="rId17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27187" y="4835897"/>
                        <a:ext cx="273050" cy="750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769951"/>
              </p:ext>
            </p:extLst>
          </p:nvPr>
        </p:nvGraphicFramePr>
        <p:xfrm>
          <a:off x="7165179" y="5599125"/>
          <a:ext cx="2730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19" imgW="272900" imgH="749907" progId="Equation.DSMT4">
                  <p:embed/>
                </p:oleObj>
              </mc:Choice>
              <mc:Fallback>
                <p:oleObj name="Equation" r:id="rId19" imgW="272900" imgH="74990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165179" y="5599125"/>
                        <a:ext cx="27305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Shape 447"/>
          <p:cNvCxnSpPr/>
          <p:nvPr/>
        </p:nvCxnSpPr>
        <p:spPr>
          <a:xfrm flipH="1" flipV="1">
            <a:off x="7123111" y="5765800"/>
            <a:ext cx="16272" cy="5080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title"/>
          </p:nvPr>
        </p:nvSpPr>
        <p:spPr>
          <a:xfrm>
            <a:off x="395287" y="51276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Energy</a:t>
            </a:r>
            <a:b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</a:p>
        </p:txBody>
      </p:sp>
      <p:sp>
        <p:nvSpPr>
          <p:cNvPr id="483" name="Shape 483"/>
          <p:cNvSpPr txBox="1"/>
          <p:nvPr/>
        </p:nvSpPr>
        <p:spPr>
          <a:xfrm>
            <a:off x="0" y="25146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Shape 4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325" y="2312986"/>
            <a:ext cx="6229350" cy="3690937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Shape 485"/>
          <p:cNvSpPr/>
          <p:nvPr/>
        </p:nvSpPr>
        <p:spPr>
          <a:xfrm>
            <a:off x="971550" y="3968750"/>
            <a:ext cx="2951161" cy="129698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87610" y="19065"/>
                </a:moveTo>
                <a:cubicBezTo>
                  <a:pt x="66902" y="17142"/>
                  <a:pt x="42123" y="11695"/>
                  <a:pt x="24424" y="23391"/>
                </a:cubicBezTo>
                <a:cubicBezTo>
                  <a:pt x="16460" y="34125"/>
                  <a:pt x="25840" y="20507"/>
                  <a:pt x="19646" y="33644"/>
                </a:cubicBezTo>
                <a:cubicBezTo>
                  <a:pt x="17876" y="37329"/>
                  <a:pt x="15044" y="40373"/>
                  <a:pt x="13097" y="43898"/>
                </a:cubicBezTo>
                <a:cubicBezTo>
                  <a:pt x="12566" y="46782"/>
                  <a:pt x="12389" y="49826"/>
                  <a:pt x="11504" y="52710"/>
                </a:cubicBezTo>
                <a:cubicBezTo>
                  <a:pt x="10796" y="55273"/>
                  <a:pt x="8849" y="57516"/>
                  <a:pt x="8318" y="60080"/>
                </a:cubicBezTo>
                <a:cubicBezTo>
                  <a:pt x="7256" y="65367"/>
                  <a:pt x="7433" y="70814"/>
                  <a:pt x="6725" y="76101"/>
                </a:cubicBezTo>
                <a:cubicBezTo>
                  <a:pt x="6371" y="78184"/>
                  <a:pt x="5663" y="80106"/>
                  <a:pt x="5132" y="82029"/>
                </a:cubicBezTo>
                <a:cubicBezTo>
                  <a:pt x="6371" y="95327"/>
                  <a:pt x="0" y="115193"/>
                  <a:pt x="16460" y="119999"/>
                </a:cubicBezTo>
                <a:cubicBezTo>
                  <a:pt x="39115" y="118237"/>
                  <a:pt x="58938" y="113431"/>
                  <a:pt x="81061" y="108304"/>
                </a:cubicBezTo>
                <a:cubicBezTo>
                  <a:pt x="87610" y="106702"/>
                  <a:pt x="94867" y="102857"/>
                  <a:pt x="100530" y="99492"/>
                </a:cubicBezTo>
                <a:cubicBezTo>
                  <a:pt x="104424" y="97249"/>
                  <a:pt x="111858" y="92283"/>
                  <a:pt x="111858" y="92283"/>
                </a:cubicBezTo>
                <a:cubicBezTo>
                  <a:pt x="119292" y="82189"/>
                  <a:pt x="117168" y="86835"/>
                  <a:pt x="120000" y="78985"/>
                </a:cubicBezTo>
                <a:cubicBezTo>
                  <a:pt x="119469" y="76421"/>
                  <a:pt x="116283" y="56234"/>
                  <a:pt x="113451" y="51268"/>
                </a:cubicBezTo>
                <a:cubicBezTo>
                  <a:pt x="105309" y="37329"/>
                  <a:pt x="94336" y="27236"/>
                  <a:pt x="81061" y="17463"/>
                </a:cubicBezTo>
                <a:cubicBezTo>
                  <a:pt x="75752" y="13457"/>
                  <a:pt x="70265" y="9612"/>
                  <a:pt x="64955" y="5767"/>
                </a:cubicBezTo>
                <a:cubicBezTo>
                  <a:pt x="61946" y="3524"/>
                  <a:pt x="55221" y="0"/>
                  <a:pt x="55221" y="0"/>
                </a:cubicBez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Shape 486"/>
          <p:cNvSpPr/>
          <p:nvPr/>
        </p:nvSpPr>
        <p:spPr>
          <a:xfrm>
            <a:off x="900112" y="5768975"/>
            <a:ext cx="3090862" cy="49371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cubicBezTo>
                  <a:pt x="7765" y="103794"/>
                  <a:pt x="11895" y="103794"/>
                  <a:pt x="21386" y="98778"/>
                </a:cubicBezTo>
                <a:cubicBezTo>
                  <a:pt x="24838" y="96848"/>
                  <a:pt x="28166" y="90675"/>
                  <a:pt x="31556" y="88360"/>
                </a:cubicBezTo>
                <a:cubicBezTo>
                  <a:pt x="34884" y="86045"/>
                  <a:pt x="38274" y="86045"/>
                  <a:pt x="41664" y="84887"/>
                </a:cubicBezTo>
                <a:cubicBezTo>
                  <a:pt x="58243" y="71768"/>
                  <a:pt x="75870" y="64051"/>
                  <a:pt x="92388" y="45916"/>
                </a:cubicBezTo>
                <a:cubicBezTo>
                  <a:pt x="93189" y="45144"/>
                  <a:pt x="103482" y="32411"/>
                  <a:pt x="106502" y="24694"/>
                </a:cubicBezTo>
                <a:cubicBezTo>
                  <a:pt x="111001" y="13504"/>
                  <a:pt x="114946" y="0"/>
                  <a:pt x="120000" y="0"/>
                </a:cubicBezTo>
              </a:path>
            </a:pathLst>
          </a:custGeom>
          <a:noFill/>
          <a:ln w="508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Energy</a:t>
            </a:r>
          </a:p>
        </p:txBody>
      </p:sp>
      <p:pic>
        <p:nvPicPr>
          <p:cNvPr id="493" name="Shape 49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97000" y="1794669"/>
            <a:ext cx="5916611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Shape 4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475" y="2924175"/>
            <a:ext cx="1871662" cy="693737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Shape 495"/>
          <p:cNvSpPr/>
          <p:nvPr/>
        </p:nvSpPr>
        <p:spPr>
          <a:xfrm>
            <a:off x="1871661" y="2024061"/>
            <a:ext cx="504824" cy="504824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Shape 496"/>
          <p:cNvSpPr/>
          <p:nvPr/>
        </p:nvSpPr>
        <p:spPr>
          <a:xfrm>
            <a:off x="2843211" y="2384425"/>
            <a:ext cx="504824" cy="504824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Shape 497"/>
          <p:cNvSpPr/>
          <p:nvPr/>
        </p:nvSpPr>
        <p:spPr>
          <a:xfrm>
            <a:off x="3824287" y="3024186"/>
            <a:ext cx="504824" cy="504824"/>
          </a:xfrm>
          <a:prstGeom prst="ellipse">
            <a:avLst/>
          </a:prstGeom>
          <a:noFill/>
          <a:ln w="254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Shape 498"/>
          <p:cNvSpPr/>
          <p:nvPr/>
        </p:nvSpPr>
        <p:spPr>
          <a:xfrm>
            <a:off x="1295400" y="2024061"/>
            <a:ext cx="504824" cy="504824"/>
          </a:xfrm>
          <a:prstGeom prst="ellipse">
            <a:avLst/>
          </a:prstGeom>
          <a:noFill/>
          <a:ln w="254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Shape 499"/>
          <p:cNvSpPr/>
          <p:nvPr/>
        </p:nvSpPr>
        <p:spPr>
          <a:xfrm>
            <a:off x="4319587" y="3032125"/>
            <a:ext cx="504824" cy="504824"/>
          </a:xfrm>
          <a:prstGeom prst="ellipse">
            <a:avLst/>
          </a:prstGeom>
          <a:noFill/>
          <a:ln w="254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Shape 500"/>
          <p:cNvSpPr/>
          <p:nvPr/>
        </p:nvSpPr>
        <p:spPr>
          <a:xfrm>
            <a:off x="2592386" y="1844675"/>
            <a:ext cx="504824" cy="504824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Shape 501"/>
          <p:cNvSpPr/>
          <p:nvPr/>
        </p:nvSpPr>
        <p:spPr>
          <a:xfrm>
            <a:off x="4822825" y="3032125"/>
            <a:ext cx="504824" cy="504824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2" name="Shape 5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72" y="4124658"/>
            <a:ext cx="3151186" cy="1719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Shape 503"/>
          <p:cNvCxnSpPr/>
          <p:nvPr/>
        </p:nvCxnSpPr>
        <p:spPr>
          <a:xfrm rot="10800000">
            <a:off x="4572000" y="3897311"/>
            <a:ext cx="0" cy="2376487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504" name="Shape 504"/>
          <p:cNvCxnSpPr/>
          <p:nvPr/>
        </p:nvCxnSpPr>
        <p:spPr>
          <a:xfrm>
            <a:off x="4572000" y="6273800"/>
            <a:ext cx="3563936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505" name="Shape 505"/>
          <p:cNvSpPr txBox="1"/>
          <p:nvPr/>
        </p:nvSpPr>
        <p:spPr>
          <a:xfrm>
            <a:off x="7704136" y="6273800"/>
            <a:ext cx="3365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</a:p>
        </p:txBody>
      </p:sp>
      <p:sp>
        <p:nvSpPr>
          <p:cNvPr id="506" name="Shape 506"/>
          <p:cNvSpPr txBox="1"/>
          <p:nvPr/>
        </p:nvSpPr>
        <p:spPr>
          <a:xfrm>
            <a:off x="4273550" y="3933825"/>
            <a:ext cx="298450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507" name="Shape 507"/>
          <p:cNvSpPr txBox="1"/>
          <p:nvPr/>
        </p:nvSpPr>
        <p:spPr>
          <a:xfrm>
            <a:off x="6738937" y="5216691"/>
            <a:ext cx="74929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q=</a:t>
            </a:r>
            <a:r>
              <a:rPr lang="en-US" sz="1800" b="0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cte</a:t>
            </a:r>
            <a:endParaRPr lang="en-US" sz="18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Shape 508"/>
          <p:cNvCxnSpPr/>
          <p:nvPr/>
        </p:nvCxnSpPr>
        <p:spPr>
          <a:xfrm rot="10800000" flipH="1">
            <a:off x="4572000" y="4257675"/>
            <a:ext cx="2700336" cy="2016124"/>
          </a:xfrm>
          <a:prstGeom prst="straightConnector1">
            <a:avLst/>
          </a:prstGeom>
          <a:noFill/>
          <a:ln w="254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10" name="Shape 510"/>
          <p:cNvCxnSpPr/>
          <p:nvPr/>
        </p:nvCxnSpPr>
        <p:spPr>
          <a:xfrm flipH="1">
            <a:off x="6911974" y="4257675"/>
            <a:ext cx="647700" cy="503236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511" name="Shape 511"/>
          <p:cNvCxnSpPr/>
          <p:nvPr/>
        </p:nvCxnSpPr>
        <p:spPr>
          <a:xfrm rot="10800000">
            <a:off x="7200899" y="6129337"/>
            <a:ext cx="90011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512" name="Shape 512"/>
          <p:cNvCxnSpPr/>
          <p:nvPr/>
        </p:nvCxnSpPr>
        <p:spPr>
          <a:xfrm rot="10800000" flipH="1">
            <a:off x="3995737" y="6129336"/>
            <a:ext cx="1081086" cy="431799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513" name="Shape 513"/>
          <p:cNvSpPr txBox="1"/>
          <p:nvPr/>
        </p:nvSpPr>
        <p:spPr>
          <a:xfrm>
            <a:off x="2771193" y="6376987"/>
            <a:ext cx="1275344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Mínimum</a:t>
            </a:r>
            <a:endParaRPr lang="en-US" sz="18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 rot="19185439">
                <a:off x="5652108" y="4883380"/>
                <a:ext cx="595676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85439">
                <a:off x="5652108" y="4883380"/>
                <a:ext cx="595676" cy="215444"/>
              </a:xfrm>
              <a:prstGeom prst="rect">
                <a:avLst/>
              </a:prstGeom>
              <a:blipFill>
                <a:blip r:embed="rId6"/>
                <a:stretch>
                  <a:fillRect b="-65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25047" y="4716464"/>
                <a:ext cx="178381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     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47" y="4716464"/>
                <a:ext cx="1783818" cy="215444"/>
              </a:xfrm>
              <a:prstGeom prst="rect">
                <a:avLst/>
              </a:prstGeom>
              <a:blipFill>
                <a:blip r:embed="rId7"/>
                <a:stretch>
                  <a:fillRect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Energy</a:t>
            </a:r>
          </a:p>
        </p:txBody>
      </p:sp>
      <p:pic>
        <p:nvPicPr>
          <p:cNvPr id="520" name="Shape 5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79500" y="1592262"/>
            <a:ext cx="18605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Shape 5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4300" y="1592262"/>
            <a:ext cx="3138487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Shape 522"/>
          <p:cNvSpPr txBox="1"/>
          <p:nvPr/>
        </p:nvSpPr>
        <p:spPr>
          <a:xfrm>
            <a:off x="0" y="315753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Shape 5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63825" y="2914650"/>
            <a:ext cx="1511299" cy="102711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Shape 524"/>
          <p:cNvSpPr txBox="1"/>
          <p:nvPr/>
        </p:nvSpPr>
        <p:spPr>
          <a:xfrm>
            <a:off x="503237" y="3244850"/>
            <a:ext cx="1582737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minimum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4751387" y="3244850"/>
            <a:ext cx="1570036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Critical Depth</a:t>
            </a:r>
          </a:p>
        </p:txBody>
      </p:sp>
      <p:sp>
        <p:nvSpPr>
          <p:cNvPr id="526" name="Shape 526"/>
          <p:cNvSpPr txBox="1"/>
          <p:nvPr/>
        </p:nvSpPr>
        <p:spPr>
          <a:xfrm>
            <a:off x="0" y="328136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Shape 5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1187" y="4652962"/>
            <a:ext cx="3960811" cy="5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Shape 528"/>
          <p:cNvSpPr txBox="1"/>
          <p:nvPr/>
        </p:nvSpPr>
        <p:spPr>
          <a:xfrm>
            <a:off x="550862" y="4178300"/>
            <a:ext cx="1749425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Critical Velocity</a:t>
            </a:r>
          </a:p>
        </p:txBody>
      </p:sp>
      <p:sp>
        <p:nvSpPr>
          <p:cNvPr id="529" name="Shape 529"/>
          <p:cNvSpPr txBox="1"/>
          <p:nvPr/>
        </p:nvSpPr>
        <p:spPr>
          <a:xfrm>
            <a:off x="592137" y="5392737"/>
            <a:ext cx="2454275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Celerity is defined as::</a:t>
            </a:r>
          </a:p>
        </p:txBody>
      </p:sp>
      <p:sp>
        <p:nvSpPr>
          <p:cNvPr id="530" name="Shape 530"/>
          <p:cNvSpPr txBox="1"/>
          <p:nvPr/>
        </p:nvSpPr>
        <p:spPr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91592" y="5476880"/>
                <a:ext cx="2818420" cy="216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𝑔𝑦</m:t>
                          </m:r>
                        </m:e>
                      </m:rad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592" y="5476880"/>
                <a:ext cx="2818420" cy="216213"/>
              </a:xfrm>
              <a:prstGeom prst="rect">
                <a:avLst/>
              </a:prstGeom>
              <a:blipFill>
                <a:blip r:embed="rId8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715325"/>
              </p:ext>
            </p:extLst>
          </p:nvPr>
        </p:nvGraphicFramePr>
        <p:xfrm>
          <a:off x="1644649" y="5777236"/>
          <a:ext cx="2530475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9" imgW="1168200" imgH="393480" progId="Equation.DSMT4">
                  <p:embed/>
                </p:oleObj>
              </mc:Choice>
              <mc:Fallback>
                <p:oleObj name="Equation" r:id="rId9" imgW="1168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44649" y="5777236"/>
                        <a:ext cx="2530475" cy="855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Energy</a:t>
            </a:r>
          </a:p>
        </p:txBody>
      </p:sp>
      <p:pic>
        <p:nvPicPr>
          <p:cNvPr id="538" name="Shape 538" descr="Ee-vs-y"/>
          <p:cNvPicPr preferRelativeResize="0"/>
          <p:nvPr/>
        </p:nvPicPr>
        <p:blipFill rotWithShape="1">
          <a:blip r:embed="rId3">
            <a:alphaModFix amt="54115"/>
          </a:blip>
          <a:srcRect l="3703" r="7408"/>
          <a:stretch/>
        </p:blipFill>
        <p:spPr>
          <a:xfrm>
            <a:off x="4597400" y="1736725"/>
            <a:ext cx="4078287" cy="4500561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539" name="Shape 539" descr="y-vs-Ee"/>
          <p:cNvPicPr preferRelativeResize="0"/>
          <p:nvPr/>
        </p:nvPicPr>
        <p:blipFill rotWithShape="1">
          <a:blip r:embed="rId4">
            <a:alphaModFix amt="54115"/>
          </a:blip>
          <a:srcRect l="3982" r="7559"/>
          <a:stretch/>
        </p:blipFill>
        <p:spPr>
          <a:xfrm>
            <a:off x="358775" y="1787525"/>
            <a:ext cx="4030662" cy="4486274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40" name="Shape 540"/>
          <p:cNvSpPr/>
          <p:nvPr/>
        </p:nvSpPr>
        <p:spPr>
          <a:xfrm>
            <a:off x="3498850" y="2708275"/>
            <a:ext cx="179386" cy="179386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Shape 541"/>
          <p:cNvSpPr/>
          <p:nvPr/>
        </p:nvSpPr>
        <p:spPr>
          <a:xfrm>
            <a:off x="3476625" y="5364162"/>
            <a:ext cx="179386" cy="179386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Shape 542"/>
          <p:cNvCxnSpPr/>
          <p:nvPr/>
        </p:nvCxnSpPr>
        <p:spPr>
          <a:xfrm>
            <a:off x="3600450" y="2960686"/>
            <a:ext cx="0" cy="2089150"/>
          </a:xfrm>
          <a:prstGeom prst="straightConnector1">
            <a:avLst/>
          </a:prstGeom>
          <a:noFill/>
          <a:ln w="9525" cap="flat" cmpd="sng">
            <a:solidFill>
              <a:srgbClr val="FF6600"/>
            </a:solidFill>
            <a:prstDash val="solid"/>
            <a:miter/>
            <a:headEnd type="triangle" w="lg" len="lg"/>
            <a:tailEnd type="triangle" w="lg" len="lg"/>
          </a:ln>
        </p:spPr>
      </p:cxnSp>
      <p:sp>
        <p:nvSpPr>
          <p:cNvPr id="543" name="Shape 543"/>
          <p:cNvSpPr txBox="1"/>
          <p:nvPr/>
        </p:nvSpPr>
        <p:spPr>
          <a:xfrm>
            <a:off x="2195511" y="2312986"/>
            <a:ext cx="13144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Fork</a:t>
            </a:r>
          </a:p>
        </p:txBody>
      </p:sp>
      <p:sp>
        <p:nvSpPr>
          <p:cNvPr id="544" name="Shape 544"/>
          <p:cNvSpPr txBox="1"/>
          <p:nvPr/>
        </p:nvSpPr>
        <p:spPr>
          <a:xfrm rot="5400000">
            <a:off x="2897978" y="3847306"/>
            <a:ext cx="19240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Alternate Depths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AAAF6-D34E-4CEE-947D-A8938A0709E2}"/>
              </a:ext>
            </a:extLst>
          </p:cNvPr>
          <p:cNvSpPr txBox="1"/>
          <p:nvPr/>
        </p:nvSpPr>
        <p:spPr>
          <a:xfrm>
            <a:off x="5794311" y="5146078"/>
            <a:ext cx="150714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dirty="0" err="1"/>
              <a:t>Minimum</a:t>
            </a:r>
            <a:r>
              <a:rPr lang="es-ES" dirty="0"/>
              <a:t> </a:t>
            </a:r>
            <a:r>
              <a:rPr lang="es-ES" dirty="0" err="1"/>
              <a:t>energy</a:t>
            </a:r>
            <a:endParaRPr lang="es-E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73E18-C0F4-4C60-B5BE-8FA5B2E7BF46}"/>
              </a:ext>
            </a:extLst>
          </p:cNvPr>
          <p:cNvSpPr txBox="1"/>
          <p:nvPr/>
        </p:nvSpPr>
        <p:spPr>
          <a:xfrm>
            <a:off x="829639" y="5148718"/>
            <a:ext cx="944489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ES" sz="800" dirty="0" err="1"/>
              <a:t>Minimum</a:t>
            </a:r>
            <a:r>
              <a:rPr lang="es-ES" sz="800" dirty="0"/>
              <a:t> </a:t>
            </a:r>
            <a:r>
              <a:rPr lang="es-ES" sz="800" dirty="0" err="1"/>
              <a:t>energy</a:t>
            </a:r>
            <a:endParaRPr lang="es-E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511144-9D96-421E-9983-28E7C47505D7}"/>
              </a:ext>
            </a:extLst>
          </p:cNvPr>
          <p:cNvSpPr txBox="1"/>
          <p:nvPr/>
        </p:nvSpPr>
        <p:spPr>
          <a:xfrm>
            <a:off x="6700283" y="3357804"/>
            <a:ext cx="15946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Line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unit</a:t>
            </a:r>
            <a:r>
              <a:rPr lang="es-ES" dirty="0"/>
              <a:t> </a:t>
            </a:r>
            <a:r>
              <a:rPr lang="es-ES" dirty="0" err="1"/>
              <a:t>discharge</a:t>
            </a:r>
            <a:endParaRPr lang="es-E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F92251-749C-45EB-94AD-5AB2ED0174EE}"/>
              </a:ext>
            </a:extLst>
          </p:cNvPr>
          <p:cNvSpPr txBox="1"/>
          <p:nvPr/>
        </p:nvSpPr>
        <p:spPr>
          <a:xfrm>
            <a:off x="1993328" y="3708730"/>
            <a:ext cx="159463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Line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constant</a:t>
            </a:r>
            <a:r>
              <a:rPr lang="es-ES" dirty="0"/>
              <a:t> </a:t>
            </a:r>
            <a:r>
              <a:rPr lang="es-ES" dirty="0" err="1"/>
              <a:t>unit</a:t>
            </a:r>
            <a:r>
              <a:rPr lang="es-ES" dirty="0"/>
              <a:t> </a:t>
            </a:r>
            <a:r>
              <a:rPr lang="es-ES" dirty="0" err="1"/>
              <a:t>discharge</a:t>
            </a:r>
            <a:endParaRPr lang="es-E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Froude Number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628650" y="1449387"/>
            <a:ext cx="7885112" cy="8302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Froude is defined from the dominant forces. </a:t>
            </a:r>
            <a:r>
              <a:rPr lang="en-US" sz="2400" b="0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Inertial forces</a:t>
            </a:r>
            <a:r>
              <a:rPr lang="en-US" sz="2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400" b="0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Gravity forces</a:t>
            </a:r>
          </a:p>
        </p:txBody>
      </p:sp>
      <p:pic>
        <p:nvPicPr>
          <p:cNvPr id="552" name="Shape 5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975" y="3068636"/>
            <a:ext cx="7766050" cy="212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Shape 5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887" y="5624512"/>
            <a:ext cx="5648324" cy="941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Flux Regime</a:t>
            </a:r>
          </a:p>
        </p:txBody>
      </p:sp>
      <p:pic>
        <p:nvPicPr>
          <p:cNvPr id="560" name="Shape 560" descr="y-vs-Ek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2008186" y="1952625"/>
            <a:ext cx="5127625" cy="3846511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Dimensionless Specific Energy</a:t>
            </a:r>
          </a:p>
        </p:txBody>
      </p:sp>
      <p:sp>
        <p:nvSpPr>
          <p:cNvPr id="567" name="Shape 567"/>
          <p:cNvSpPr txBox="1"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Shape 5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212" y="1592262"/>
            <a:ext cx="7727949" cy="90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Shape 569" descr="EeAd"/>
          <p:cNvPicPr preferRelativeResize="0"/>
          <p:nvPr/>
        </p:nvPicPr>
        <p:blipFill rotWithShape="1">
          <a:blip r:embed="rId4">
            <a:alphaModFix amt="54115"/>
          </a:blip>
          <a:srcRect/>
          <a:stretch/>
        </p:blipFill>
        <p:spPr>
          <a:xfrm>
            <a:off x="1150937" y="2960686"/>
            <a:ext cx="4575175" cy="3627436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70" name="Shape 570"/>
          <p:cNvSpPr txBox="1"/>
          <p:nvPr/>
        </p:nvSpPr>
        <p:spPr>
          <a:xfrm>
            <a:off x="0" y="321468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Shape 5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0518" y="2525880"/>
            <a:ext cx="2089150" cy="1844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 rot="16200000">
            <a:off x="728554" y="4988050"/>
            <a:ext cx="1484104" cy="24622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Dimensionless </a:t>
            </a:r>
            <a:r>
              <a:rPr lang="en-US" sz="800" dirty="0" smtClean="0"/>
              <a:t>depth</a:t>
            </a:r>
            <a:endParaRPr lang="en-US" sz="800" dirty="0"/>
          </a:p>
        </p:txBody>
      </p:sp>
      <p:sp>
        <p:nvSpPr>
          <p:cNvPr id="3" name="TextBox 2"/>
          <p:cNvSpPr txBox="1"/>
          <p:nvPr/>
        </p:nvSpPr>
        <p:spPr>
          <a:xfrm>
            <a:off x="2036618" y="6334206"/>
            <a:ext cx="2094808" cy="21544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dirty="0" smtClean="0"/>
              <a:t>Dimensionless Specific Energy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Shape 577" descr="Ee-qs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1476375" y="1773236"/>
            <a:ext cx="6453186" cy="48387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78" name="Shape 57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Energy</a:t>
            </a:r>
          </a:p>
        </p:txBody>
      </p:sp>
      <p:pic>
        <p:nvPicPr>
          <p:cNvPr id="579" name="Shape 57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151312" y="4076700"/>
            <a:ext cx="420687" cy="53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Shape 58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6084887" y="3197225"/>
            <a:ext cx="360362" cy="4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Shape 58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4550" y="4437062"/>
            <a:ext cx="360362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Shape 582"/>
          <p:cNvPicPr preferRelativeResize="0">
            <a:picLocks noGrp="1"/>
          </p:cNvPicPr>
          <p:nvPr>
            <p:ph type="body" idx="3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4859337" y="3716337"/>
            <a:ext cx="388936" cy="53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Shape 58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energy &amp; Froude </a:t>
            </a:r>
          </a:p>
        </p:txBody>
      </p:sp>
      <p:sp>
        <p:nvSpPr>
          <p:cNvPr id="589" name="Shape 589"/>
          <p:cNvSpPr txBox="1"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Shape 5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5887" y="1592262"/>
            <a:ext cx="6370636" cy="90011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Shape 591"/>
          <p:cNvSpPr txBox="1"/>
          <p:nvPr/>
        </p:nvSpPr>
        <p:spPr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Shape 5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8425" y="3111500"/>
            <a:ext cx="4554537" cy="63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Shape 5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6675" y="4113212"/>
            <a:ext cx="3235324" cy="107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Shape 5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27650" y="4149725"/>
            <a:ext cx="2814637" cy="107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Shape 59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1403350" y="5408612"/>
            <a:ext cx="1728787" cy="1179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Shape 601" descr="Eeu-vs-Fr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1905000" y="1989136"/>
            <a:ext cx="5333999" cy="40005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02" name="Shape 602"/>
          <p:cNvSpPr txBox="1"/>
          <p:nvPr/>
        </p:nvSpPr>
        <p:spPr>
          <a:xfrm>
            <a:off x="636587" y="4540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Dimensionless Energy Vs Froude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Shape 60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Constant Specific energy Curves/ Unit Discharge curves</a:t>
            </a:r>
          </a:p>
        </p:txBody>
      </p:sp>
      <p:pic>
        <p:nvPicPr>
          <p:cNvPr id="609" name="Shape 6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87" y="2565400"/>
            <a:ext cx="4945062" cy="62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Shape 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84212" y="1376362"/>
            <a:ext cx="2063750" cy="107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Shape 6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837" y="3681412"/>
            <a:ext cx="3756024" cy="113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2" name="Shape 612"/>
          <p:cNvCxnSpPr/>
          <p:nvPr/>
        </p:nvCxnSpPr>
        <p:spPr>
          <a:xfrm>
            <a:off x="5724525" y="6273800"/>
            <a:ext cx="241141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613" name="Shape 613"/>
          <p:cNvSpPr txBox="1"/>
          <p:nvPr/>
        </p:nvSpPr>
        <p:spPr>
          <a:xfrm>
            <a:off x="7704136" y="6273800"/>
            <a:ext cx="3111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</a:p>
        </p:txBody>
      </p:sp>
      <p:sp>
        <p:nvSpPr>
          <p:cNvPr id="614" name="Shape 614"/>
          <p:cNvSpPr txBox="1"/>
          <p:nvPr/>
        </p:nvSpPr>
        <p:spPr>
          <a:xfrm>
            <a:off x="5111750" y="3933825"/>
            <a:ext cx="3365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</a:p>
        </p:txBody>
      </p:sp>
      <p:pic>
        <p:nvPicPr>
          <p:cNvPr id="615" name="Shape 6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85000" y="3897312"/>
            <a:ext cx="1057275" cy="3889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6" name="Shape 616"/>
          <p:cNvCxnSpPr/>
          <p:nvPr/>
        </p:nvCxnSpPr>
        <p:spPr>
          <a:xfrm>
            <a:off x="5753100" y="4292600"/>
            <a:ext cx="1116012" cy="46831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617" name="Shape 617"/>
          <p:cNvCxnSpPr/>
          <p:nvPr/>
        </p:nvCxnSpPr>
        <p:spPr>
          <a:xfrm rot="10800000" flipH="1">
            <a:off x="5759450" y="5842000"/>
            <a:ext cx="1154111" cy="431799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618" name="Shape 618"/>
          <p:cNvCxnSpPr/>
          <p:nvPr/>
        </p:nvCxnSpPr>
        <p:spPr>
          <a:xfrm rot="10800000">
            <a:off x="5759450" y="4005261"/>
            <a:ext cx="0" cy="2268536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619" name="Shape 619"/>
          <p:cNvCxnSpPr/>
          <p:nvPr/>
        </p:nvCxnSpPr>
        <p:spPr>
          <a:xfrm>
            <a:off x="5543550" y="4292600"/>
            <a:ext cx="2808286" cy="0"/>
          </a:xfrm>
          <a:prstGeom prst="straightConnector1">
            <a:avLst/>
          </a:prstGeom>
          <a:noFill/>
          <a:ln w="254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620" name="Shape 620"/>
          <p:cNvSpPr txBox="1"/>
          <p:nvPr/>
        </p:nvSpPr>
        <p:spPr>
          <a:xfrm>
            <a:off x="647700" y="5013325"/>
            <a:ext cx="3724275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Exists at least one minimum</a:t>
            </a:r>
          </a:p>
        </p:txBody>
      </p:sp>
      <p:pic>
        <p:nvPicPr>
          <p:cNvPr id="621" name="Shape 6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00" y="5697537"/>
            <a:ext cx="4140199" cy="96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6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Unit Discharge Curve</a:t>
            </a:r>
          </a:p>
        </p:txBody>
      </p:sp>
      <p:pic>
        <p:nvPicPr>
          <p:cNvPr id="628" name="Shape 628" descr="E-const-eesp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1403350" y="1881186"/>
            <a:ext cx="5333999" cy="40005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cxnSp>
        <p:nvCxnSpPr>
          <p:cNvPr id="629" name="Shape 629"/>
          <p:cNvCxnSpPr/>
          <p:nvPr/>
        </p:nvCxnSpPr>
        <p:spPr>
          <a:xfrm rot="10800000" flipH="1">
            <a:off x="1439862" y="5516561"/>
            <a:ext cx="576262" cy="649286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630" name="Shape 630"/>
          <p:cNvSpPr txBox="1"/>
          <p:nvPr/>
        </p:nvSpPr>
        <p:spPr>
          <a:xfrm>
            <a:off x="1008062" y="6273800"/>
            <a:ext cx="11874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q, Mínimo</a:t>
            </a:r>
          </a:p>
        </p:txBody>
      </p:sp>
      <p:pic>
        <p:nvPicPr>
          <p:cNvPr id="631" name="Shape 6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0312" y="6057900"/>
            <a:ext cx="3692524" cy="60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>
            <a:spLocks noGrp="1"/>
          </p:cNvSpPr>
          <p:nvPr>
            <p:ph type="title"/>
          </p:nvPr>
        </p:nvSpPr>
        <p:spPr>
          <a:xfrm>
            <a:off x="457200" y="6302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Dimensionless unit discharge.</a:t>
            </a:r>
          </a:p>
        </p:txBody>
      </p:sp>
      <p:pic>
        <p:nvPicPr>
          <p:cNvPr id="638" name="Shape 638" descr="E-const-qadm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1619250" y="2276475"/>
            <a:ext cx="5333999" cy="40005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cxnSp>
        <p:nvCxnSpPr>
          <p:cNvPr id="639" name="Shape 639"/>
          <p:cNvCxnSpPr/>
          <p:nvPr/>
        </p:nvCxnSpPr>
        <p:spPr>
          <a:xfrm>
            <a:off x="431800" y="5805487"/>
            <a:ext cx="1692275" cy="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640" name="Shape 640"/>
          <p:cNvSpPr txBox="1"/>
          <p:nvPr/>
        </p:nvSpPr>
        <p:spPr>
          <a:xfrm>
            <a:off x="196850" y="5357812"/>
            <a:ext cx="1422400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q, Minimum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Energía especifica constante</a:t>
            </a:r>
          </a:p>
        </p:txBody>
      </p:sp>
      <p:pic>
        <p:nvPicPr>
          <p:cNvPr id="647" name="Shape 647" descr="caudal unitario varios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1617662" y="1881186"/>
            <a:ext cx="5907086" cy="4430712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653"/>
          <p:cNvSpPr txBox="1">
            <a:spLocks noGrp="1"/>
          </p:cNvSpPr>
          <p:nvPr>
            <p:ph type="title"/>
          </p:nvPr>
        </p:nvSpPr>
        <p:spPr>
          <a:xfrm>
            <a:off x="457200" y="8001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Relative minimum in a real section</a:t>
            </a:r>
            <a:b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40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Shape 654" descr="cauces"/>
          <p:cNvPicPr preferRelativeResize="0"/>
          <p:nvPr/>
        </p:nvPicPr>
        <p:blipFill rotWithShape="1">
          <a:blip r:embed="rId3">
            <a:alphaModFix/>
          </a:blip>
          <a:srcRect r="508" b="36575"/>
          <a:stretch/>
        </p:blipFill>
        <p:spPr>
          <a:xfrm>
            <a:off x="1657350" y="1808161"/>
            <a:ext cx="5578475" cy="2009774"/>
          </a:xfrm>
          <a:prstGeom prst="rect">
            <a:avLst/>
          </a:prstGeom>
          <a:noFill/>
          <a:ln w="508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55" name="Shape 655" descr="Area-vs-calado"/>
          <p:cNvPicPr preferRelativeResize="0"/>
          <p:nvPr/>
        </p:nvPicPr>
        <p:blipFill rotWithShape="1">
          <a:blip r:embed="rId4">
            <a:alphaModFix amt="54115"/>
          </a:blip>
          <a:srcRect/>
          <a:stretch/>
        </p:blipFill>
        <p:spPr>
          <a:xfrm>
            <a:off x="4572000" y="4076700"/>
            <a:ext cx="3024187" cy="2268536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56" name="Shape 656" descr="Anchuras"/>
          <p:cNvPicPr preferRelativeResize="0"/>
          <p:nvPr/>
        </p:nvPicPr>
        <p:blipFill rotWithShape="1">
          <a:blip r:embed="rId5">
            <a:alphaModFix amt="54115"/>
          </a:blip>
          <a:srcRect/>
          <a:stretch/>
        </p:blipFill>
        <p:spPr>
          <a:xfrm>
            <a:off x="863600" y="4076700"/>
            <a:ext cx="3027362" cy="2270124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Shape 662" descr="cauces"/>
          <p:cNvPicPr preferRelativeResize="0"/>
          <p:nvPr/>
        </p:nvPicPr>
        <p:blipFill rotWithShape="1">
          <a:blip r:embed="rId3">
            <a:alphaModFix/>
          </a:blip>
          <a:srcRect r="1988" b="36575"/>
          <a:stretch/>
        </p:blipFill>
        <p:spPr>
          <a:xfrm>
            <a:off x="250825" y="1233487"/>
            <a:ext cx="2952750" cy="1079499"/>
          </a:xfrm>
          <a:prstGeom prst="rect">
            <a:avLst/>
          </a:prstGeom>
          <a:noFill/>
          <a:ln w="508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63" name="Shape 663" descr="Froude-vs-calado"/>
          <p:cNvPicPr preferRelativeResize="0"/>
          <p:nvPr/>
        </p:nvPicPr>
        <p:blipFill rotWithShape="1">
          <a:blip r:embed="rId4">
            <a:alphaModFix amt="54115"/>
          </a:blip>
          <a:srcRect/>
          <a:stretch/>
        </p:blipFill>
        <p:spPr>
          <a:xfrm>
            <a:off x="250825" y="2565400"/>
            <a:ext cx="3455986" cy="2592387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64" name="Shape 664" descr="Energia esp area cauce altas"/>
          <p:cNvPicPr preferRelativeResize="0"/>
          <p:nvPr/>
        </p:nvPicPr>
        <p:blipFill rotWithShape="1">
          <a:blip r:embed="rId5">
            <a:alphaModFix amt="54115"/>
          </a:blip>
          <a:srcRect/>
          <a:stretch/>
        </p:blipFill>
        <p:spPr>
          <a:xfrm>
            <a:off x="3810000" y="1989136"/>
            <a:ext cx="5333999" cy="40005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665" name="Shape 665"/>
          <p:cNvSpPr txBox="1"/>
          <p:nvPr/>
        </p:nvSpPr>
        <p:spPr>
          <a:xfrm>
            <a:off x="792162" y="6200775"/>
            <a:ext cx="5160962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More than one critical depth appears in a section</a:t>
            </a:r>
          </a:p>
        </p:txBody>
      </p:sp>
      <p:sp>
        <p:nvSpPr>
          <p:cNvPr id="666" name="Shape 666"/>
          <p:cNvSpPr txBox="1"/>
          <p:nvPr/>
        </p:nvSpPr>
        <p:spPr>
          <a:xfrm>
            <a:off x="457200" y="23018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Relative minimum in a real section</a:t>
            </a:r>
            <a:br>
              <a:rPr lang="en-US" sz="40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40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672"/>
          <p:cNvSpPr txBox="1">
            <a:spLocks noGrp="1"/>
          </p:cNvSpPr>
          <p:nvPr>
            <p:ph type="title"/>
          </p:nvPr>
        </p:nvSpPr>
        <p:spPr>
          <a:xfrm>
            <a:off x="457200" y="8001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Los máximos relativos en una sección</a:t>
            </a:r>
            <a:b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40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3" name="Shape 673" descr="cauces"/>
          <p:cNvPicPr preferRelativeResize="0"/>
          <p:nvPr/>
        </p:nvPicPr>
        <p:blipFill rotWithShape="1">
          <a:blip r:embed="rId3">
            <a:alphaModFix/>
          </a:blip>
          <a:srcRect r="1840" b="36575"/>
          <a:stretch/>
        </p:blipFill>
        <p:spPr>
          <a:xfrm>
            <a:off x="250825" y="1233487"/>
            <a:ext cx="3060700" cy="1079499"/>
          </a:xfrm>
          <a:prstGeom prst="rect">
            <a:avLst/>
          </a:prstGeom>
          <a:noFill/>
          <a:ln w="508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674" name="Shape 674" descr="Cambio de area muchos q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2275" y="2528886"/>
            <a:ext cx="5292725" cy="396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Shape 675" descr="Cambio de area"/>
          <p:cNvPicPr preferRelativeResize="0"/>
          <p:nvPr/>
        </p:nvPicPr>
        <p:blipFill rotWithShape="1">
          <a:blip r:embed="rId5">
            <a:alphaModFix amt="54115"/>
          </a:blip>
          <a:srcRect/>
          <a:stretch/>
        </p:blipFill>
        <p:spPr>
          <a:xfrm>
            <a:off x="1692275" y="2528886"/>
            <a:ext cx="5292725" cy="3968749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681"/>
          <p:cNvSpPr txBox="1">
            <a:spLocks noGrp="1"/>
          </p:cNvSpPr>
          <p:nvPr>
            <p:ph type="title"/>
          </p:nvPr>
        </p:nvSpPr>
        <p:spPr>
          <a:xfrm>
            <a:off x="457200" y="5492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Critical and normal depth in a backwater curve</a:t>
            </a:r>
          </a:p>
        </p:txBody>
      </p:sp>
      <p:grpSp>
        <p:nvGrpSpPr>
          <p:cNvPr id="682" name="Shape 682"/>
          <p:cNvGrpSpPr/>
          <p:nvPr/>
        </p:nvGrpSpPr>
        <p:grpSpPr>
          <a:xfrm>
            <a:off x="574675" y="2060575"/>
            <a:ext cx="7993062" cy="3776661"/>
            <a:chOff x="574675" y="2781300"/>
            <a:chExt cx="7993062" cy="3776661"/>
          </a:xfrm>
        </p:grpSpPr>
        <p:pic>
          <p:nvPicPr>
            <p:cNvPr id="683" name="Shape 683" descr="regimen normal"/>
            <p:cNvPicPr preferRelativeResize="0"/>
            <p:nvPr/>
          </p:nvPicPr>
          <p:blipFill rotWithShape="1">
            <a:blip r:embed="rId3">
              <a:alphaModFix amt="54115"/>
            </a:blip>
            <a:srcRect/>
            <a:stretch/>
          </p:blipFill>
          <p:spPr>
            <a:xfrm>
              <a:off x="574675" y="2781300"/>
              <a:ext cx="7993062" cy="3776661"/>
            </a:xfrm>
            <a:prstGeom prst="rect">
              <a:avLst/>
            </a:prstGeom>
            <a:noFill/>
            <a:ln w="254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684" name="Shape 684"/>
            <p:cNvSpPr/>
            <p:nvPr/>
          </p:nvSpPr>
          <p:spPr>
            <a:xfrm>
              <a:off x="1800225" y="3608387"/>
              <a:ext cx="6480174" cy="176371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0"/>
                  </a:moveTo>
                  <a:cubicBezTo>
                    <a:pt x="21665" y="16957"/>
                    <a:pt x="43361" y="33915"/>
                    <a:pt x="63351" y="53897"/>
                  </a:cubicBezTo>
                  <a:cubicBezTo>
                    <a:pt x="83341" y="73879"/>
                    <a:pt x="101656" y="96885"/>
                    <a:pt x="120000" y="120000"/>
                  </a:cubicBezTo>
                </a:path>
              </a:pathLst>
            </a:custGeom>
            <a:solidFill>
              <a:schemeClr val="folHlink">
                <a:alpha val="53725"/>
              </a:schemeClr>
            </a:solidFill>
            <a:ln w="2540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Shape 685"/>
            <p:cNvSpPr/>
            <p:nvPr/>
          </p:nvSpPr>
          <p:spPr>
            <a:xfrm>
              <a:off x="3132136" y="3860800"/>
              <a:ext cx="107949" cy="107949"/>
            </a:xfrm>
            <a:prstGeom prst="ellipse">
              <a:avLst/>
            </a:prstGeom>
            <a:solidFill>
              <a:schemeClr val="folHlink">
                <a:alpha val="53725"/>
              </a:schemeClr>
            </a:solidFill>
            <a:ln w="254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Shape 686"/>
            <p:cNvSpPr/>
            <p:nvPr/>
          </p:nvSpPr>
          <p:spPr>
            <a:xfrm>
              <a:off x="4464050" y="4184650"/>
              <a:ext cx="107949" cy="107949"/>
            </a:xfrm>
            <a:prstGeom prst="ellipse">
              <a:avLst/>
            </a:prstGeom>
            <a:solidFill>
              <a:schemeClr val="folHlink">
                <a:alpha val="53725"/>
              </a:schemeClr>
            </a:solidFill>
            <a:ln w="254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Shape 687"/>
            <p:cNvSpPr/>
            <p:nvPr/>
          </p:nvSpPr>
          <p:spPr>
            <a:xfrm>
              <a:off x="5688012" y="4508500"/>
              <a:ext cx="107949" cy="107949"/>
            </a:xfrm>
            <a:prstGeom prst="ellipse">
              <a:avLst/>
            </a:prstGeom>
            <a:solidFill>
              <a:schemeClr val="folHlink">
                <a:alpha val="53725"/>
              </a:schemeClr>
            </a:solidFill>
            <a:ln w="254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Shape 688"/>
            <p:cNvSpPr/>
            <p:nvPr/>
          </p:nvSpPr>
          <p:spPr>
            <a:xfrm>
              <a:off x="6877050" y="4868862"/>
              <a:ext cx="107949" cy="107949"/>
            </a:xfrm>
            <a:prstGeom prst="ellipse">
              <a:avLst/>
            </a:prstGeom>
            <a:solidFill>
              <a:schemeClr val="folHlink">
                <a:alpha val="53725"/>
              </a:schemeClr>
            </a:solidFill>
            <a:ln w="25400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Shape 6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4186" y="2708275"/>
            <a:ext cx="7669212" cy="3806824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Shape 695"/>
          <p:cNvSpPr txBox="1"/>
          <p:nvPr/>
        </p:nvSpPr>
        <p:spPr>
          <a:xfrm>
            <a:off x="457200" y="908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Narrowing &amp; widening streams</a:t>
            </a:r>
          </a:p>
        </p:txBody>
      </p:sp>
      <p:sp>
        <p:nvSpPr>
          <p:cNvPr id="696" name="Shape 696"/>
          <p:cNvSpPr txBox="1"/>
          <p:nvPr/>
        </p:nvSpPr>
        <p:spPr>
          <a:xfrm>
            <a:off x="447675" y="2241550"/>
            <a:ext cx="3744912" cy="12001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lang="en-US" sz="2400" b="0" i="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A change in the width provokes a change in the unit discharge.</a:t>
            </a:r>
          </a:p>
        </p:txBody>
      </p:sp>
      <p:pic>
        <p:nvPicPr>
          <p:cNvPr id="697" name="Shape 6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162" y="4581525"/>
            <a:ext cx="3205162" cy="119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7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Narrowing/widening</a:t>
            </a:r>
          </a:p>
        </p:txBody>
      </p:sp>
      <p:pic>
        <p:nvPicPr>
          <p:cNvPr id="704" name="Shape 7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0236" y="2168525"/>
            <a:ext cx="5343525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71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</a:p>
        </p:txBody>
      </p:sp>
      <p:sp>
        <p:nvSpPr>
          <p:cNvPr id="712" name="Shape 712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Shape 7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8875" y="1736725"/>
            <a:ext cx="4284661" cy="73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Shape 7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8900" y="1879600"/>
            <a:ext cx="914400" cy="198436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Shape 715"/>
          <p:cNvSpPr/>
          <p:nvPr/>
        </p:nvSpPr>
        <p:spPr>
          <a:xfrm>
            <a:off x="1619250" y="3033712"/>
            <a:ext cx="557209" cy="2770188"/>
          </a:xfrm>
          <a:prstGeom prst="leftBrace">
            <a:avLst>
              <a:gd name="adj1" fmla="val 8333"/>
              <a:gd name="adj2" fmla="val 10806"/>
            </a:avLst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Shape 716"/>
          <p:cNvSpPr/>
          <p:nvPr/>
        </p:nvSpPr>
        <p:spPr>
          <a:xfrm>
            <a:off x="7704136" y="3824287"/>
            <a:ext cx="431799" cy="865187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" name="Shape 717"/>
          <p:cNvCxnSpPr>
            <a:cxnSpLocks/>
          </p:cNvCxnSpPr>
          <p:nvPr/>
        </p:nvCxnSpPr>
        <p:spPr>
          <a:xfrm>
            <a:off x="2201862" y="5803900"/>
            <a:ext cx="3240543" cy="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</p:cxnSp>
      <p:pic>
        <p:nvPicPr>
          <p:cNvPr id="718" name="Shape 7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16236" y="5913437"/>
            <a:ext cx="280987" cy="36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Shape 719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6">
            <a:alphaModFix/>
          </a:blip>
          <a:srcRect/>
          <a:stretch/>
        </p:blipFill>
        <p:spPr>
          <a:xfrm>
            <a:off x="6300787" y="5445125"/>
            <a:ext cx="298450" cy="3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Shape 7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3600" y="4041775"/>
            <a:ext cx="557211" cy="7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Shape 72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43886" y="4005262"/>
            <a:ext cx="601661" cy="722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2" name="Shape 722"/>
          <p:cNvCxnSpPr/>
          <p:nvPr/>
        </p:nvCxnSpPr>
        <p:spPr>
          <a:xfrm rot="10800000">
            <a:off x="3199587" y="5807074"/>
            <a:ext cx="0" cy="46672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723" name="Shape 723"/>
          <p:cNvCxnSpPr/>
          <p:nvPr/>
        </p:nvCxnSpPr>
        <p:spPr>
          <a:xfrm rot="10800000">
            <a:off x="6156325" y="4760912"/>
            <a:ext cx="0" cy="158432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pic>
        <p:nvPicPr>
          <p:cNvPr id="724" name="Shape 7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19700" y="5013325"/>
            <a:ext cx="636586" cy="434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Shape 717">
            <a:extLst>
              <a:ext uri="{FF2B5EF4-FFF2-40B4-BE49-F238E27FC236}">
                <a16:creationId xmlns:a16="http://schemas.microsoft.com/office/drawing/2014/main" id="{42BCF8A4-541E-4068-8FBE-B9052AA2FA21}"/>
              </a:ext>
            </a:extLst>
          </p:cNvPr>
          <p:cNvCxnSpPr>
            <a:cxnSpLocks/>
          </p:cNvCxnSpPr>
          <p:nvPr/>
        </p:nvCxnSpPr>
        <p:spPr>
          <a:xfrm flipV="1">
            <a:off x="5442405" y="4791077"/>
            <a:ext cx="0" cy="1012823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" name="Shape 717">
            <a:extLst>
              <a:ext uri="{FF2B5EF4-FFF2-40B4-BE49-F238E27FC236}">
                <a16:creationId xmlns:a16="http://schemas.microsoft.com/office/drawing/2014/main" id="{4F47E3AE-1569-480E-992C-ED41D247E104}"/>
              </a:ext>
            </a:extLst>
          </p:cNvPr>
          <p:cNvCxnSpPr>
            <a:cxnSpLocks/>
          </p:cNvCxnSpPr>
          <p:nvPr/>
        </p:nvCxnSpPr>
        <p:spPr>
          <a:xfrm>
            <a:off x="5446257" y="4759325"/>
            <a:ext cx="3240543" cy="0"/>
          </a:xfrm>
          <a:prstGeom prst="straightConnector1">
            <a:avLst/>
          </a:prstGeom>
          <a:noFill/>
          <a:ln w="3810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BC4F4B7-1053-4727-A90B-696786A5D5EF}"/>
              </a:ext>
            </a:extLst>
          </p:cNvPr>
          <p:cNvSpPr/>
          <p:nvPr/>
        </p:nvSpPr>
        <p:spPr>
          <a:xfrm>
            <a:off x="2313992" y="3069771"/>
            <a:ext cx="5383763" cy="783772"/>
          </a:xfrm>
          <a:custGeom>
            <a:avLst/>
            <a:gdLst>
              <a:gd name="connsiteX0" fmla="*/ 0 w 5383763"/>
              <a:gd name="connsiteY0" fmla="*/ 0 h 783772"/>
              <a:gd name="connsiteX1" fmla="*/ 5383763 w 5383763"/>
              <a:gd name="connsiteY1" fmla="*/ 783772 h 783772"/>
              <a:gd name="connsiteX2" fmla="*/ 5383763 w 5383763"/>
              <a:gd name="connsiteY2" fmla="*/ 783772 h 78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3763" h="783772">
                <a:moveTo>
                  <a:pt x="0" y="0"/>
                </a:moveTo>
                <a:lnTo>
                  <a:pt x="5383763" y="783772"/>
                </a:lnTo>
                <a:lnTo>
                  <a:pt x="5383763" y="783772"/>
                </a:lnTo>
              </a:path>
            </a:pathLst>
          </a:cu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2466254-8844-4FCF-9328-3C82A26A34BD}"/>
              </a:ext>
            </a:extLst>
          </p:cNvPr>
          <p:cNvSpPr/>
          <p:nvPr/>
        </p:nvSpPr>
        <p:spPr>
          <a:xfrm>
            <a:off x="2248496" y="3291310"/>
            <a:ext cx="5887616" cy="1194318"/>
          </a:xfrm>
          <a:custGeom>
            <a:avLst/>
            <a:gdLst>
              <a:gd name="connsiteX0" fmla="*/ 0 w 5384701"/>
              <a:gd name="connsiteY0" fmla="*/ 0 h 1184988"/>
              <a:gd name="connsiteX1" fmla="*/ 1987420 w 5384701"/>
              <a:gd name="connsiteY1" fmla="*/ 298580 h 1184988"/>
              <a:gd name="connsiteX2" fmla="*/ 2771192 w 5384701"/>
              <a:gd name="connsiteY2" fmla="*/ 541176 h 1184988"/>
              <a:gd name="connsiteX3" fmla="*/ 3582955 w 5384701"/>
              <a:gd name="connsiteY3" fmla="*/ 793102 h 1184988"/>
              <a:gd name="connsiteX4" fmla="*/ 4553339 w 5384701"/>
              <a:gd name="connsiteY4" fmla="*/ 1035698 h 1184988"/>
              <a:gd name="connsiteX5" fmla="*/ 5383763 w 5384701"/>
              <a:gd name="connsiteY5" fmla="*/ 1110343 h 1184988"/>
              <a:gd name="connsiteX6" fmla="*/ 4683967 w 5384701"/>
              <a:gd name="connsiteY6" fmla="*/ 1184988 h 1184988"/>
              <a:gd name="connsiteX0" fmla="*/ 0 w 5384701"/>
              <a:gd name="connsiteY0" fmla="*/ 0 h 1184988"/>
              <a:gd name="connsiteX1" fmla="*/ 1987420 w 5384701"/>
              <a:gd name="connsiteY1" fmla="*/ 298580 h 1184988"/>
              <a:gd name="connsiteX2" fmla="*/ 2771192 w 5384701"/>
              <a:gd name="connsiteY2" fmla="*/ 541176 h 1184988"/>
              <a:gd name="connsiteX3" fmla="*/ 3582955 w 5384701"/>
              <a:gd name="connsiteY3" fmla="*/ 793102 h 1184988"/>
              <a:gd name="connsiteX4" fmla="*/ 4553339 w 5384701"/>
              <a:gd name="connsiteY4" fmla="*/ 1035698 h 1184988"/>
              <a:gd name="connsiteX5" fmla="*/ 5383763 w 5384701"/>
              <a:gd name="connsiteY5" fmla="*/ 1110343 h 1184988"/>
              <a:gd name="connsiteX6" fmla="*/ 4683967 w 5384701"/>
              <a:gd name="connsiteY6" fmla="*/ 1184988 h 1184988"/>
              <a:gd name="connsiteX0" fmla="*/ 0 w 5995390"/>
              <a:gd name="connsiteY0" fmla="*/ 0 h 1194318"/>
              <a:gd name="connsiteX1" fmla="*/ 1987420 w 5995390"/>
              <a:gd name="connsiteY1" fmla="*/ 298580 h 1194318"/>
              <a:gd name="connsiteX2" fmla="*/ 2771192 w 5995390"/>
              <a:gd name="connsiteY2" fmla="*/ 541176 h 1194318"/>
              <a:gd name="connsiteX3" fmla="*/ 3582955 w 5995390"/>
              <a:gd name="connsiteY3" fmla="*/ 793102 h 1194318"/>
              <a:gd name="connsiteX4" fmla="*/ 4553339 w 5995390"/>
              <a:gd name="connsiteY4" fmla="*/ 1035698 h 1194318"/>
              <a:gd name="connsiteX5" fmla="*/ 5383763 w 5995390"/>
              <a:gd name="connsiteY5" fmla="*/ 1110343 h 1194318"/>
              <a:gd name="connsiteX6" fmla="*/ 5887616 w 5995390"/>
              <a:gd name="connsiteY6" fmla="*/ 1194318 h 1194318"/>
              <a:gd name="connsiteX0" fmla="*/ 0 w 5887616"/>
              <a:gd name="connsiteY0" fmla="*/ 0 h 1194318"/>
              <a:gd name="connsiteX1" fmla="*/ 1987420 w 5887616"/>
              <a:gd name="connsiteY1" fmla="*/ 298580 h 1194318"/>
              <a:gd name="connsiteX2" fmla="*/ 2771192 w 5887616"/>
              <a:gd name="connsiteY2" fmla="*/ 541176 h 1194318"/>
              <a:gd name="connsiteX3" fmla="*/ 3582955 w 5887616"/>
              <a:gd name="connsiteY3" fmla="*/ 793102 h 1194318"/>
              <a:gd name="connsiteX4" fmla="*/ 4553339 w 5887616"/>
              <a:gd name="connsiteY4" fmla="*/ 1035698 h 1194318"/>
              <a:gd name="connsiteX5" fmla="*/ 5383763 w 5887616"/>
              <a:gd name="connsiteY5" fmla="*/ 1110343 h 1194318"/>
              <a:gd name="connsiteX6" fmla="*/ 5887616 w 5887616"/>
              <a:gd name="connsiteY6" fmla="*/ 1194318 h 1194318"/>
              <a:gd name="connsiteX0" fmla="*/ 0 w 5887616"/>
              <a:gd name="connsiteY0" fmla="*/ 0 h 1194318"/>
              <a:gd name="connsiteX1" fmla="*/ 1987420 w 5887616"/>
              <a:gd name="connsiteY1" fmla="*/ 298580 h 1194318"/>
              <a:gd name="connsiteX2" fmla="*/ 2771192 w 5887616"/>
              <a:gd name="connsiteY2" fmla="*/ 541176 h 1194318"/>
              <a:gd name="connsiteX3" fmla="*/ 3582955 w 5887616"/>
              <a:gd name="connsiteY3" fmla="*/ 793102 h 1194318"/>
              <a:gd name="connsiteX4" fmla="*/ 4553339 w 5887616"/>
              <a:gd name="connsiteY4" fmla="*/ 1035698 h 1194318"/>
              <a:gd name="connsiteX5" fmla="*/ 5206481 w 5887616"/>
              <a:gd name="connsiteY5" fmla="*/ 1147666 h 1194318"/>
              <a:gd name="connsiteX6" fmla="*/ 5887616 w 5887616"/>
              <a:gd name="connsiteY6" fmla="*/ 1194318 h 1194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7616" h="1194318">
                <a:moveTo>
                  <a:pt x="0" y="0"/>
                </a:moveTo>
                <a:cubicBezTo>
                  <a:pt x="762777" y="104192"/>
                  <a:pt x="1525555" y="208384"/>
                  <a:pt x="1987420" y="298580"/>
                </a:cubicBezTo>
                <a:cubicBezTo>
                  <a:pt x="2449285" y="388776"/>
                  <a:pt x="2771192" y="541176"/>
                  <a:pt x="2771192" y="541176"/>
                </a:cubicBezTo>
                <a:cubicBezTo>
                  <a:pt x="3037115" y="623596"/>
                  <a:pt x="3285931" y="710682"/>
                  <a:pt x="3582955" y="793102"/>
                </a:cubicBezTo>
                <a:cubicBezTo>
                  <a:pt x="3879979" y="875522"/>
                  <a:pt x="4282751" y="976604"/>
                  <a:pt x="4553339" y="1035698"/>
                </a:cubicBezTo>
                <a:cubicBezTo>
                  <a:pt x="4823927" y="1094792"/>
                  <a:pt x="4984101" y="1121229"/>
                  <a:pt x="5206481" y="1147666"/>
                </a:cubicBezTo>
                <a:cubicBezTo>
                  <a:pt x="5428861" y="1174103"/>
                  <a:pt x="5688562" y="1169436"/>
                  <a:pt x="5887616" y="1194318"/>
                </a:cubicBezTo>
              </a:path>
            </a:pathLst>
          </a:cu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73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</a:p>
        </p:txBody>
      </p:sp>
      <p:pic>
        <p:nvPicPr>
          <p:cNvPr id="731" name="Shape 731" descr="escalon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3527425" y="2133600"/>
            <a:ext cx="5333999" cy="40005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32" name="Shape 732"/>
          <p:cNvSpPr txBox="1"/>
          <p:nvPr/>
        </p:nvSpPr>
        <p:spPr>
          <a:xfrm>
            <a:off x="484187" y="1971675"/>
            <a:ext cx="2540000" cy="8223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up</a:t>
            </a:r>
          </a:p>
        </p:txBody>
      </p:sp>
      <p:pic>
        <p:nvPicPr>
          <p:cNvPr id="733" name="Shape 7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187" y="2971800"/>
            <a:ext cx="1368425" cy="879474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Shape 734"/>
          <p:cNvSpPr txBox="1"/>
          <p:nvPr/>
        </p:nvSpPr>
        <p:spPr>
          <a:xfrm>
            <a:off x="539750" y="4149725"/>
            <a:ext cx="2540000" cy="8223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Step Down</a:t>
            </a:r>
          </a:p>
        </p:txBody>
      </p:sp>
      <p:pic>
        <p:nvPicPr>
          <p:cNvPr id="735" name="Shape 7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503237" y="5157787"/>
            <a:ext cx="1476375" cy="871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7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pic>
        <p:nvPicPr>
          <p:cNvPr id="742" name="Shape 742"/>
          <p:cNvPicPr preferRelativeResize="0"/>
          <p:nvPr/>
        </p:nvPicPr>
        <p:blipFill rotWithShape="1">
          <a:blip r:embed="rId4">
            <a:alphaModFix amt="54115"/>
          </a:blip>
          <a:srcRect t="25718" b="30682"/>
          <a:stretch/>
        </p:blipFill>
        <p:spPr>
          <a:xfrm>
            <a:off x="1380219" y="1499429"/>
            <a:ext cx="6383561" cy="1616996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43" name="Shape 743"/>
          <p:cNvSpPr txBox="1"/>
          <p:nvPr/>
        </p:nvSpPr>
        <p:spPr>
          <a:xfrm>
            <a:off x="0" y="3300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Shape 745"/>
          <p:cNvSpPr txBox="1"/>
          <p:nvPr/>
        </p:nvSpPr>
        <p:spPr>
          <a:xfrm>
            <a:off x="1673225" y="3551984"/>
            <a:ext cx="6575036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Equilibrium of forces In the control volume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85BBD8-2107-4CA8-A8DE-5AB45F489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164118"/>
              </p:ext>
            </p:extLst>
          </p:nvPr>
        </p:nvGraphicFramePr>
        <p:xfrm>
          <a:off x="3210996" y="4420185"/>
          <a:ext cx="2722005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5" imgW="876240" imgH="253800" progId="Equation.DSMT4">
                  <p:embed/>
                </p:oleObj>
              </mc:Choice>
              <mc:Fallback>
                <p:oleObj name="Equation" r:id="rId5" imgW="8762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0996" y="4420185"/>
                        <a:ext cx="2722005" cy="788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751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3" name="Shape 753"/>
          <p:cNvPicPr preferRelativeResize="0"/>
          <p:nvPr/>
        </p:nvPicPr>
        <p:blipFill rotWithShape="1">
          <a:blip r:embed="rId4">
            <a:alphaModFix amt="54115"/>
          </a:blip>
          <a:srcRect l="4702" t="25718" r="43980" b="30682"/>
          <a:stretch/>
        </p:blipFill>
        <p:spPr>
          <a:xfrm>
            <a:off x="611188" y="1633893"/>
            <a:ext cx="4140199" cy="195103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54" name="Shape 754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Shape 756"/>
          <p:cNvSpPr txBox="1"/>
          <p:nvPr/>
        </p:nvSpPr>
        <p:spPr>
          <a:xfrm>
            <a:off x="0" y="3300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Shape 758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Shape 759"/>
          <p:cNvSpPr txBox="1"/>
          <p:nvPr/>
        </p:nvSpPr>
        <p:spPr>
          <a:xfrm>
            <a:off x="636587" y="4540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pic>
        <p:nvPicPr>
          <p:cNvPr id="760" name="Shape 7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3800" y="2420936"/>
            <a:ext cx="3167061" cy="6032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486FD2B-1BAF-4740-AE29-821600901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639892"/>
              </p:ext>
            </p:extLst>
          </p:nvPr>
        </p:nvGraphicFramePr>
        <p:xfrm>
          <a:off x="408472" y="4099895"/>
          <a:ext cx="6991578" cy="1573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6" imgW="3047760" imgH="685800" progId="Equation.DSMT4">
                  <p:embed/>
                </p:oleObj>
              </mc:Choice>
              <mc:Fallback>
                <p:oleObj name="Equation" r:id="rId6" imgW="30477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8472" y="4099895"/>
                        <a:ext cx="6991578" cy="1573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766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Shape 767"/>
          <p:cNvPicPr preferRelativeResize="0"/>
          <p:nvPr/>
        </p:nvPicPr>
        <p:blipFill rotWithShape="1">
          <a:blip r:embed="rId4">
            <a:alphaModFix amt="54115"/>
          </a:blip>
          <a:srcRect l="4702" t="25718" r="43980" b="30682"/>
          <a:stretch/>
        </p:blipFill>
        <p:spPr>
          <a:xfrm>
            <a:off x="4619140" y="1606551"/>
            <a:ext cx="4140199" cy="195103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68" name="Shape 768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Shape 769"/>
          <p:cNvSpPr txBox="1"/>
          <p:nvPr/>
        </p:nvSpPr>
        <p:spPr>
          <a:xfrm>
            <a:off x="0" y="33004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Shape 770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Shape 771"/>
          <p:cNvSpPr txBox="1"/>
          <p:nvPr/>
        </p:nvSpPr>
        <p:spPr>
          <a:xfrm>
            <a:off x="0" y="323373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Shape 772"/>
          <p:cNvSpPr txBox="1"/>
          <p:nvPr/>
        </p:nvSpPr>
        <p:spPr>
          <a:xfrm>
            <a:off x="589934" y="1807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44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sp>
        <p:nvSpPr>
          <p:cNvPr id="773" name="Shape 773"/>
          <p:cNvSpPr txBox="1"/>
          <p:nvPr/>
        </p:nvSpPr>
        <p:spPr>
          <a:xfrm>
            <a:off x="0" y="33289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266D066-8DC6-4005-9DD7-18A33F464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089711"/>
              </p:ext>
            </p:extLst>
          </p:nvPr>
        </p:nvGraphicFramePr>
        <p:xfrm>
          <a:off x="384661" y="1755775"/>
          <a:ext cx="3508488" cy="2052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Equation" r:id="rId5" imgW="1866600" imgH="1091880" progId="Equation.DSMT4">
                  <p:embed/>
                </p:oleObj>
              </mc:Choice>
              <mc:Fallback>
                <p:oleObj name="Equation" r:id="rId5" imgW="1866600" imgH="1091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4661" y="1755775"/>
                        <a:ext cx="3508488" cy="2052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35C64B7-59E8-48A4-A58A-DF2B4ACDC0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808554"/>
              </p:ext>
            </p:extLst>
          </p:nvPr>
        </p:nvGraphicFramePr>
        <p:xfrm>
          <a:off x="286815" y="4050512"/>
          <a:ext cx="3704180" cy="161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Equation" r:id="rId7" imgW="2044440" imgH="888840" progId="Equation.DSMT4">
                  <p:embed/>
                </p:oleObj>
              </mc:Choice>
              <mc:Fallback>
                <p:oleObj name="Equation" r:id="rId7" imgW="20444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6815" y="4050512"/>
                        <a:ext cx="3704180" cy="1610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70F685D-5033-47DD-873E-99302CBFE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561616"/>
              </p:ext>
            </p:extLst>
          </p:nvPr>
        </p:nvGraphicFramePr>
        <p:xfrm>
          <a:off x="1477575" y="5919391"/>
          <a:ext cx="4831147" cy="757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Equation" r:id="rId9" imgW="1295280" imgH="203040" progId="Equation.DSMT4">
                  <p:embed/>
                </p:oleObj>
              </mc:Choice>
              <mc:Fallback>
                <p:oleObj name="Equation" r:id="rId9" imgW="1295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7575" y="5919391"/>
                        <a:ext cx="4831147" cy="7578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78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Pressure Force</a:t>
            </a:r>
          </a:p>
        </p:txBody>
      </p:sp>
      <p:pic>
        <p:nvPicPr>
          <p:cNvPr id="785" name="Shape 785" descr="integral area"/>
          <p:cNvPicPr preferRelativeResize="0"/>
          <p:nvPr/>
        </p:nvPicPr>
        <p:blipFill rotWithShape="1">
          <a:blip r:embed="rId4">
            <a:alphaModFix amt="54115"/>
          </a:blip>
          <a:srcRect/>
          <a:stretch/>
        </p:blipFill>
        <p:spPr>
          <a:xfrm>
            <a:off x="1028700" y="1736725"/>
            <a:ext cx="3543300" cy="2638424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87" name="Shape 787"/>
          <p:cNvSpPr txBox="1"/>
          <p:nvPr/>
        </p:nvSpPr>
        <p:spPr>
          <a:xfrm>
            <a:off x="0" y="33289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9" name="Shape 789"/>
          <p:cNvGrpSpPr/>
          <p:nvPr/>
        </p:nvGrpSpPr>
        <p:grpSpPr>
          <a:xfrm>
            <a:off x="774700" y="5108575"/>
            <a:ext cx="900111" cy="1223962"/>
            <a:chOff x="2016125" y="5157787"/>
            <a:chExt cx="900111" cy="1223962"/>
          </a:xfrm>
        </p:grpSpPr>
        <p:sp>
          <p:nvSpPr>
            <p:cNvPr id="790" name="Shape 790"/>
            <p:cNvSpPr txBox="1"/>
            <p:nvPr/>
          </p:nvSpPr>
          <p:spPr>
            <a:xfrm>
              <a:off x="2016125" y="5157787"/>
              <a:ext cx="900111" cy="1223961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Shape 791"/>
            <p:cNvSpPr txBox="1"/>
            <p:nvPr/>
          </p:nvSpPr>
          <p:spPr>
            <a:xfrm>
              <a:off x="2016125" y="5589587"/>
              <a:ext cx="900111" cy="79216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92" name="Shape 792"/>
          <p:cNvCxnSpPr/>
          <p:nvPr/>
        </p:nvCxnSpPr>
        <p:spPr>
          <a:xfrm rot="10800000">
            <a:off x="1835150" y="5516561"/>
            <a:ext cx="0" cy="792162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794" name="Shape 794"/>
          <p:cNvSpPr/>
          <p:nvPr/>
        </p:nvSpPr>
        <p:spPr>
          <a:xfrm>
            <a:off x="1150937" y="5842000"/>
            <a:ext cx="107949" cy="107949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Shape 795"/>
          <p:cNvSpPr/>
          <p:nvPr/>
        </p:nvSpPr>
        <p:spPr>
          <a:xfrm rot="10800000">
            <a:off x="4751387" y="5192712"/>
            <a:ext cx="1057275" cy="9144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Shape 796"/>
          <p:cNvSpPr/>
          <p:nvPr/>
        </p:nvSpPr>
        <p:spPr>
          <a:xfrm rot="10800000">
            <a:off x="4859337" y="5373687"/>
            <a:ext cx="828675" cy="755649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Shape 798"/>
          <p:cNvCxnSpPr/>
          <p:nvPr/>
        </p:nvCxnSpPr>
        <p:spPr>
          <a:xfrm>
            <a:off x="971550" y="5516562"/>
            <a:ext cx="0" cy="39687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799" name="Shape 799"/>
          <p:cNvSpPr/>
          <p:nvPr/>
        </p:nvSpPr>
        <p:spPr>
          <a:xfrm>
            <a:off x="5219700" y="5516562"/>
            <a:ext cx="107949" cy="107949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0" name="Shape 800"/>
          <p:cNvCxnSpPr/>
          <p:nvPr/>
        </p:nvCxnSpPr>
        <p:spPr>
          <a:xfrm>
            <a:off x="5111750" y="5373687"/>
            <a:ext cx="0" cy="215899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28F1C32-57E0-40E6-B145-B9B2D7528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048694"/>
              </p:ext>
            </p:extLst>
          </p:nvPr>
        </p:nvGraphicFramePr>
        <p:xfrm>
          <a:off x="4817497" y="2242136"/>
          <a:ext cx="4265153" cy="103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5" imgW="2501640" imgH="609480" progId="Equation.DSMT4">
                  <p:embed/>
                </p:oleObj>
              </mc:Choice>
              <mc:Fallback>
                <p:oleObj name="Equation" r:id="rId5" imgW="250164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17497" y="2242136"/>
                        <a:ext cx="4265153" cy="103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7DF5193-7153-44E4-8248-0A0E62308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385274"/>
              </p:ext>
            </p:extLst>
          </p:nvPr>
        </p:nvGraphicFramePr>
        <p:xfrm>
          <a:off x="1908109" y="5812024"/>
          <a:ext cx="1851252" cy="31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7" imgW="1257120" imgH="215640" progId="Equation.DSMT4">
                  <p:embed/>
                </p:oleObj>
              </mc:Choice>
              <mc:Fallback>
                <p:oleObj name="Equation" r:id="rId7" imgW="125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8109" y="5812024"/>
                        <a:ext cx="1851252" cy="31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CFF495B-77E4-439B-8E66-42BFB7C742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339197"/>
              </p:ext>
            </p:extLst>
          </p:nvPr>
        </p:nvGraphicFramePr>
        <p:xfrm>
          <a:off x="6061075" y="5526088"/>
          <a:ext cx="1549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9" imgW="863280" imgH="215640" progId="Equation.DSMT4">
                  <p:embed/>
                </p:oleObj>
              </mc:Choice>
              <mc:Fallback>
                <p:oleObj name="Equation" r:id="rId9" imgW="863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1075" y="5526088"/>
                        <a:ext cx="1549400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8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sp>
        <p:nvSpPr>
          <p:cNvPr id="807" name="Shape 807"/>
          <p:cNvSpPr txBox="1"/>
          <p:nvPr/>
        </p:nvSpPr>
        <p:spPr>
          <a:xfrm>
            <a:off x="0" y="33289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Shape 808"/>
          <p:cNvSpPr txBox="1"/>
          <p:nvPr/>
        </p:nvSpPr>
        <p:spPr>
          <a:xfrm>
            <a:off x="0" y="3224211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Shape 809"/>
          <p:cNvSpPr txBox="1"/>
          <p:nvPr/>
        </p:nvSpPr>
        <p:spPr>
          <a:xfrm>
            <a:off x="0" y="3224211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Shape 810"/>
          <p:cNvSpPr txBox="1"/>
          <p:nvPr/>
        </p:nvSpPr>
        <p:spPr>
          <a:xfrm>
            <a:off x="0" y="321468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Shape 811"/>
          <p:cNvSpPr txBox="1"/>
          <p:nvPr/>
        </p:nvSpPr>
        <p:spPr>
          <a:xfrm>
            <a:off x="0" y="321468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Shape 814"/>
          <p:cNvSpPr txBox="1"/>
          <p:nvPr/>
        </p:nvSpPr>
        <p:spPr>
          <a:xfrm>
            <a:off x="5843555" y="4567188"/>
            <a:ext cx="2666999" cy="6413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Rectangular</a:t>
            </a: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Channel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Subsequent analysis</a:t>
            </a:r>
            <a:endParaRPr lang="en-US" sz="18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45BFC98-D956-496D-A30B-5687D19B24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872140"/>
              </p:ext>
            </p:extLst>
          </p:nvPr>
        </p:nvGraphicFramePr>
        <p:xfrm>
          <a:off x="646113" y="1730375"/>
          <a:ext cx="6481762" cy="410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4" imgW="3251160" imgH="2057400" progId="Equation.DSMT4">
                  <p:embed/>
                </p:oleObj>
              </mc:Choice>
              <mc:Fallback>
                <p:oleObj name="Equation" r:id="rId4" imgW="3251160" imgH="2057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6113" y="1730375"/>
                        <a:ext cx="6481762" cy="4100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82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cxnSp>
        <p:nvCxnSpPr>
          <p:cNvPr id="822" name="Shape 822"/>
          <p:cNvCxnSpPr/>
          <p:nvPr/>
        </p:nvCxnSpPr>
        <p:spPr>
          <a:xfrm rot="10800000">
            <a:off x="3311525" y="4221162"/>
            <a:ext cx="0" cy="190817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823" name="Shape 823"/>
          <p:cNvCxnSpPr/>
          <p:nvPr/>
        </p:nvCxnSpPr>
        <p:spPr>
          <a:xfrm>
            <a:off x="3311525" y="6129337"/>
            <a:ext cx="208915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824" name="Shape 824"/>
          <p:cNvSpPr txBox="1"/>
          <p:nvPr/>
        </p:nvSpPr>
        <p:spPr>
          <a:xfrm>
            <a:off x="5416550" y="5969000"/>
            <a:ext cx="3746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</a:p>
        </p:txBody>
      </p:sp>
      <p:sp>
        <p:nvSpPr>
          <p:cNvPr id="825" name="Shape 825"/>
          <p:cNvSpPr txBox="1"/>
          <p:nvPr/>
        </p:nvSpPr>
        <p:spPr>
          <a:xfrm>
            <a:off x="3240086" y="3860800"/>
            <a:ext cx="298450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h</a:t>
            </a:r>
            <a:endParaRPr lang="en-US" sz="18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7" name="Shape 827"/>
          <p:cNvCxnSpPr/>
          <p:nvPr/>
        </p:nvCxnSpPr>
        <p:spPr>
          <a:xfrm rot="10800000">
            <a:off x="4679950" y="6021387"/>
            <a:ext cx="68421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828" name="Shape 828"/>
          <p:cNvCxnSpPr/>
          <p:nvPr/>
        </p:nvCxnSpPr>
        <p:spPr>
          <a:xfrm flipH="1">
            <a:off x="4751386" y="4221162"/>
            <a:ext cx="719136" cy="395287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829" name="Shape 829"/>
          <p:cNvSpPr/>
          <p:nvPr/>
        </p:nvSpPr>
        <p:spPr>
          <a:xfrm>
            <a:off x="3311525" y="4149725"/>
            <a:ext cx="1981199" cy="197961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cubicBezTo>
                  <a:pt x="12884" y="94017"/>
                  <a:pt x="25769" y="68035"/>
                  <a:pt x="45769" y="48019"/>
                </a:cubicBezTo>
                <a:cubicBezTo>
                  <a:pt x="65769" y="28003"/>
                  <a:pt x="103653" y="9815"/>
                  <a:pt x="120000" y="0"/>
                </a:cubicBezTo>
              </a:path>
            </a:pathLst>
          </a:cu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Shape 831"/>
          <p:cNvCxnSpPr/>
          <p:nvPr/>
        </p:nvCxnSpPr>
        <p:spPr>
          <a:xfrm rot="10800000">
            <a:off x="4895850" y="3824286"/>
            <a:ext cx="71436" cy="46831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832" name="Shape 832"/>
          <p:cNvSpPr txBox="1"/>
          <p:nvPr/>
        </p:nvSpPr>
        <p:spPr>
          <a:xfrm>
            <a:off x="4572000" y="3536950"/>
            <a:ext cx="571500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q=0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35FC9E6-090A-46C7-B66F-C21461F43A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0022"/>
              </p:ext>
            </p:extLst>
          </p:nvPr>
        </p:nvGraphicFramePr>
        <p:xfrm>
          <a:off x="1611313" y="1243013"/>
          <a:ext cx="5597525" cy="130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4" imgW="2717640" imgH="634680" progId="Equation.DSMT4">
                  <p:embed/>
                </p:oleObj>
              </mc:Choice>
              <mc:Fallback>
                <p:oleObj name="Equation" r:id="rId4" imgW="271764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11313" y="1243013"/>
                        <a:ext cx="5597525" cy="1309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283DD19-04E8-46A0-8D83-937302909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434624"/>
              </p:ext>
            </p:extLst>
          </p:nvPr>
        </p:nvGraphicFramePr>
        <p:xfrm>
          <a:off x="3635697" y="3759344"/>
          <a:ext cx="790251" cy="1003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6" imgW="330120" imgH="419040" progId="Equation.DSMT4">
                  <p:embed/>
                </p:oleObj>
              </mc:Choice>
              <mc:Fallback>
                <p:oleObj name="Equation" r:id="rId6" imgW="330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35697" y="3759344"/>
                        <a:ext cx="790251" cy="10030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Shape 8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pic>
        <p:nvPicPr>
          <p:cNvPr id="839" name="Shape 839" descr="Munitaria"/>
          <p:cNvPicPr preferRelativeResize="0"/>
          <p:nvPr/>
        </p:nvPicPr>
        <p:blipFill rotWithShape="1">
          <a:blip r:embed="rId3">
            <a:alphaModFix amt="54115"/>
          </a:blip>
          <a:srcRect/>
          <a:stretch/>
        </p:blipFill>
        <p:spPr>
          <a:xfrm>
            <a:off x="1871661" y="1268412"/>
            <a:ext cx="5333999" cy="4000500"/>
          </a:xfrm>
          <a:prstGeom prst="rect">
            <a:avLst/>
          </a:prstGeom>
          <a:noFill/>
          <a:ln w="254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840" name="Shape 840"/>
          <p:cNvSpPr txBox="1"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1" name="Shape 8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5150" y="5481637"/>
            <a:ext cx="1800225" cy="12080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2" name="Shape 842"/>
          <p:cNvCxnSpPr/>
          <p:nvPr/>
        </p:nvCxnSpPr>
        <p:spPr>
          <a:xfrm rot="10800000" flipH="1">
            <a:off x="3240086" y="3897312"/>
            <a:ext cx="1511299" cy="323850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843" name="Shape 843"/>
          <p:cNvSpPr txBox="1"/>
          <p:nvPr/>
        </p:nvSpPr>
        <p:spPr>
          <a:xfrm>
            <a:off x="4679950" y="3644900"/>
            <a:ext cx="498540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 sz="1800" b="0" i="0" u="none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hc</a:t>
            </a:r>
            <a:endParaRPr lang="en-US" sz="1800" b="0" i="0" u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4" name="Shape 844"/>
          <p:cNvCxnSpPr/>
          <p:nvPr/>
        </p:nvCxnSpPr>
        <p:spPr>
          <a:xfrm flipH="1">
            <a:off x="2987675" y="4221162"/>
            <a:ext cx="215899" cy="720724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845" name="Shape 845"/>
          <p:cNvSpPr txBox="1"/>
          <p:nvPr/>
        </p:nvSpPr>
        <p:spPr>
          <a:xfrm>
            <a:off x="2571750" y="4889500"/>
            <a:ext cx="7429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Mmin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78A71D-3CC4-4F50-A42C-BD313492D319}"/>
              </a:ext>
            </a:extLst>
          </p:cNvPr>
          <p:cNvSpPr txBox="1"/>
          <p:nvPr/>
        </p:nvSpPr>
        <p:spPr>
          <a:xfrm rot="16200000">
            <a:off x="1828800" y="3114773"/>
            <a:ext cx="662361" cy="307777"/>
          </a:xfrm>
          <a:prstGeom prst="rect">
            <a:avLst/>
          </a:prstGeom>
          <a:solidFill>
            <a:srgbClr val="FFFFFF">
              <a:shade val="85000"/>
            </a:srgbClr>
          </a:solidFill>
        </p:spPr>
        <p:txBody>
          <a:bodyPr wrap="none" rtlCol="0">
            <a:spAutoFit/>
          </a:bodyPr>
          <a:lstStyle/>
          <a:p>
            <a:r>
              <a:rPr lang="es-ES" dirty="0"/>
              <a:t>Depth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C82DD-2B13-434C-B832-B726D4652547}"/>
              </a:ext>
            </a:extLst>
          </p:cNvPr>
          <p:cNvSpPr txBox="1"/>
          <p:nvPr/>
        </p:nvSpPr>
        <p:spPr>
          <a:xfrm>
            <a:off x="3669780" y="5049041"/>
            <a:ext cx="1889447" cy="215444"/>
          </a:xfrm>
          <a:prstGeom prst="rect">
            <a:avLst/>
          </a:prstGeom>
          <a:solidFill>
            <a:srgbClr val="FFFFFF">
              <a:shade val="85000"/>
            </a:srgbClr>
          </a:solidFill>
        </p:spPr>
        <p:txBody>
          <a:bodyPr wrap="square" rtlCol="0">
            <a:spAutoFit/>
          </a:bodyPr>
          <a:lstStyle/>
          <a:p>
            <a:r>
              <a:rPr lang="es-ES" sz="800" dirty="0" err="1"/>
              <a:t>Unit</a:t>
            </a:r>
            <a:r>
              <a:rPr lang="es-ES" sz="800" dirty="0"/>
              <a:t>     </a:t>
            </a:r>
            <a:r>
              <a:rPr lang="es-ES" sz="800" dirty="0" err="1"/>
              <a:t>Specific</a:t>
            </a:r>
            <a:r>
              <a:rPr lang="es-ES" sz="800" dirty="0"/>
              <a:t>   </a:t>
            </a:r>
            <a:r>
              <a:rPr lang="es-ES" sz="800" dirty="0" err="1" smtClean="0"/>
              <a:t>Force</a:t>
            </a:r>
            <a:r>
              <a:rPr lang="es-ES" sz="800" dirty="0"/>
              <a:t>, </a:t>
            </a:r>
            <a:r>
              <a:rPr lang="es-ES" sz="800" dirty="0" smtClean="0"/>
              <a:t> </a:t>
            </a:r>
            <a:r>
              <a:rPr lang="es-ES" sz="800" dirty="0"/>
              <a:t>Mu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Shape 8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Specific Force</a:t>
            </a:r>
          </a:p>
        </p:txBody>
      </p:sp>
      <p:pic>
        <p:nvPicPr>
          <p:cNvPr id="852" name="Shape 8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1912" y="1736725"/>
            <a:ext cx="3276600" cy="83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Shape 853" descr="momentum adimension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2924175"/>
            <a:ext cx="4429124" cy="3322636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Shape 854"/>
          <p:cNvSpPr/>
          <p:nvPr/>
        </p:nvSpPr>
        <p:spPr>
          <a:xfrm>
            <a:off x="2987675" y="4329112"/>
            <a:ext cx="107949" cy="107949"/>
          </a:xfrm>
          <a:prstGeom prst="ellipse">
            <a:avLst/>
          </a:prstGeom>
          <a:solidFill>
            <a:srgbClr val="FF6600"/>
          </a:solidFill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Shape 855"/>
          <p:cNvSpPr/>
          <p:nvPr/>
        </p:nvSpPr>
        <p:spPr>
          <a:xfrm>
            <a:off x="2951161" y="5661025"/>
            <a:ext cx="107949" cy="107949"/>
          </a:xfrm>
          <a:prstGeom prst="ellipse">
            <a:avLst/>
          </a:prstGeom>
          <a:solidFill>
            <a:srgbClr val="FF6600"/>
          </a:solidFill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6" name="Shape 856"/>
          <p:cNvCxnSpPr/>
          <p:nvPr/>
        </p:nvCxnSpPr>
        <p:spPr>
          <a:xfrm>
            <a:off x="3167061" y="4437062"/>
            <a:ext cx="433386" cy="396874"/>
          </a:xfrm>
          <a:prstGeom prst="straightConnector1">
            <a:avLst/>
          </a:prstGeom>
          <a:noFill/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857" name="Shape 857"/>
          <p:cNvCxnSpPr/>
          <p:nvPr/>
        </p:nvCxnSpPr>
        <p:spPr>
          <a:xfrm rot="10800000" flipH="1">
            <a:off x="3095625" y="5265737"/>
            <a:ext cx="504824" cy="358775"/>
          </a:xfrm>
          <a:prstGeom prst="straightConnector1">
            <a:avLst/>
          </a:prstGeom>
          <a:noFill/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858" name="Shape 858"/>
          <p:cNvSpPr txBox="1"/>
          <p:nvPr/>
        </p:nvSpPr>
        <p:spPr>
          <a:xfrm>
            <a:off x="3167061" y="4833937"/>
            <a:ext cx="2254250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Conjugated depth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11D6F-31DF-498B-BA18-4F68254305F1}"/>
              </a:ext>
            </a:extLst>
          </p:cNvPr>
          <p:cNvSpPr txBox="1"/>
          <p:nvPr/>
        </p:nvSpPr>
        <p:spPr>
          <a:xfrm>
            <a:off x="2897650" y="2930524"/>
            <a:ext cx="1396536" cy="215444"/>
          </a:xfrm>
          <a:prstGeom prst="rect">
            <a:avLst/>
          </a:prstGeom>
          <a:solidFill>
            <a:srgbClr val="FFFFFF">
              <a:shade val="85000"/>
            </a:srgbClr>
          </a:solidFill>
        </p:spPr>
        <p:txBody>
          <a:bodyPr wrap="none" rtlCol="0">
            <a:spAutoFit/>
          </a:bodyPr>
          <a:lstStyle/>
          <a:p>
            <a:r>
              <a:rPr lang="es-ES" sz="800" dirty="0" err="1"/>
              <a:t>Dimensionless</a:t>
            </a:r>
            <a:r>
              <a:rPr lang="es-ES" sz="800" dirty="0"/>
              <a:t> </a:t>
            </a:r>
            <a:r>
              <a:rPr lang="es-ES" sz="800" dirty="0" err="1"/>
              <a:t>Momentum</a:t>
            </a:r>
            <a:endParaRPr lang="es-ES" sz="8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702182"/>
              </p:ext>
            </p:extLst>
          </p:nvPr>
        </p:nvGraphicFramePr>
        <p:xfrm>
          <a:off x="5724524" y="1677520"/>
          <a:ext cx="922165" cy="895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6" imgW="444240" imgH="431640" progId="Equation.DSMT4">
                  <p:embed/>
                </p:oleObj>
              </mc:Choice>
              <mc:Fallback>
                <p:oleObj name="Equation" r:id="rId6" imgW="444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24524" y="1677520"/>
                        <a:ext cx="922165" cy="895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864"/>
          <p:cNvSpPr txBox="1">
            <a:spLocks noGrp="1"/>
          </p:cNvSpPr>
          <p:nvPr>
            <p:ph type="title"/>
          </p:nvPr>
        </p:nvSpPr>
        <p:spPr>
          <a:xfrm>
            <a:off x="468312" y="7651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Alternate depths &amp; conjugate depths</a:t>
            </a:r>
          </a:p>
        </p:txBody>
      </p:sp>
      <p:pic>
        <p:nvPicPr>
          <p:cNvPr id="865" name="Shape 865" descr="MuEu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7614" y="2230824"/>
            <a:ext cx="5333999" cy="400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6" name="Shape 866"/>
          <p:cNvCxnSpPr/>
          <p:nvPr/>
        </p:nvCxnSpPr>
        <p:spPr>
          <a:xfrm>
            <a:off x="6985000" y="4689475"/>
            <a:ext cx="1908174" cy="0"/>
          </a:xfrm>
          <a:prstGeom prst="straightConnector1">
            <a:avLst/>
          </a:prstGeom>
          <a:noFill/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67" name="Shape 867"/>
          <p:cNvCxnSpPr/>
          <p:nvPr/>
        </p:nvCxnSpPr>
        <p:spPr>
          <a:xfrm>
            <a:off x="6985000" y="4437062"/>
            <a:ext cx="1079499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68" name="Shape 868"/>
          <p:cNvCxnSpPr/>
          <p:nvPr/>
        </p:nvCxnSpPr>
        <p:spPr>
          <a:xfrm>
            <a:off x="8064500" y="3824287"/>
            <a:ext cx="863599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69" name="Shape 869"/>
          <p:cNvCxnSpPr/>
          <p:nvPr/>
        </p:nvCxnSpPr>
        <p:spPr>
          <a:xfrm>
            <a:off x="8064500" y="3824287"/>
            <a:ext cx="0" cy="612775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70" name="Shape 870"/>
          <p:cNvCxnSpPr/>
          <p:nvPr/>
        </p:nvCxnSpPr>
        <p:spPr>
          <a:xfrm rot="10800000">
            <a:off x="7524750" y="4473575"/>
            <a:ext cx="0" cy="576262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cxnSp>
        <p:nvCxnSpPr>
          <p:cNvPr id="871" name="Shape 871"/>
          <p:cNvCxnSpPr/>
          <p:nvPr/>
        </p:nvCxnSpPr>
        <p:spPr>
          <a:xfrm rot="10800000">
            <a:off x="8424861" y="3824287"/>
            <a:ext cx="0" cy="122555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pic>
        <p:nvPicPr>
          <p:cNvPr id="872" name="Shape 8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96186" y="4437062"/>
            <a:ext cx="165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Shape 87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96300" y="4329112"/>
            <a:ext cx="1778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4" name="Shape 874"/>
          <p:cNvCxnSpPr/>
          <p:nvPr/>
        </p:nvCxnSpPr>
        <p:spPr>
          <a:xfrm>
            <a:off x="6911975" y="3068636"/>
            <a:ext cx="1116012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75" name="Shape 875"/>
          <p:cNvCxnSpPr/>
          <p:nvPr/>
        </p:nvCxnSpPr>
        <p:spPr>
          <a:xfrm>
            <a:off x="8027986" y="3068636"/>
            <a:ext cx="0" cy="360362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76" name="Shape 876"/>
          <p:cNvCxnSpPr/>
          <p:nvPr/>
        </p:nvCxnSpPr>
        <p:spPr>
          <a:xfrm>
            <a:off x="8027986" y="3429000"/>
            <a:ext cx="900111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877" name="Shape 877"/>
          <p:cNvCxnSpPr/>
          <p:nvPr/>
        </p:nvCxnSpPr>
        <p:spPr>
          <a:xfrm rot="10800000" flipH="1">
            <a:off x="8027986" y="2492375"/>
            <a:ext cx="504824" cy="72072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/>
            <a:headEnd type="none" w="med" len="med"/>
            <a:tailEnd type="triangle" w="lg" len="lg"/>
          </a:ln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AA1722-DFA0-4B45-9A5A-44CF8E91049A}"/>
              </a:ext>
            </a:extLst>
          </p:cNvPr>
          <p:cNvSpPr txBox="1"/>
          <p:nvPr/>
        </p:nvSpPr>
        <p:spPr>
          <a:xfrm>
            <a:off x="2906980" y="5985103"/>
            <a:ext cx="2250937" cy="246221"/>
          </a:xfrm>
          <a:prstGeom prst="rect">
            <a:avLst/>
          </a:prstGeom>
          <a:solidFill>
            <a:srgbClr val="FFFFFF">
              <a:shade val="85000"/>
            </a:srgbClr>
          </a:solidFill>
        </p:spPr>
        <p:txBody>
          <a:bodyPr wrap="none" rtlCol="0">
            <a:spAutoFit/>
          </a:bodyPr>
          <a:lstStyle/>
          <a:p>
            <a:r>
              <a:rPr lang="es-ES" sz="1000" dirty="0"/>
              <a:t>Energy &amp; </a:t>
            </a:r>
            <a:r>
              <a:rPr lang="es-ES" sz="1000" dirty="0" err="1"/>
              <a:t>Dimensionless</a:t>
            </a:r>
            <a:r>
              <a:rPr lang="es-ES" sz="1000" dirty="0"/>
              <a:t> </a:t>
            </a:r>
            <a:r>
              <a:rPr lang="es-ES" sz="1000" dirty="0" err="1"/>
              <a:t>Momentum</a:t>
            </a:r>
            <a:endParaRPr lang="es-ES" sz="10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265155"/>
              </p:ext>
            </p:extLst>
          </p:nvPr>
        </p:nvGraphicFramePr>
        <p:xfrm>
          <a:off x="8478041" y="2327275"/>
          <a:ext cx="2667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7" imgW="266400" imgH="164880" progId="Equation.DSMT4">
                  <p:embed/>
                </p:oleObj>
              </mc:Choice>
              <mc:Fallback>
                <p:oleObj name="Equation" r:id="rId7" imgW="2664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78041" y="2327275"/>
                        <a:ext cx="2667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 rot="16200000">
            <a:off x="1160970" y="4001579"/>
            <a:ext cx="66236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ca-ES" dirty="0" smtClean="0">
                <a:solidFill>
                  <a:schemeClr val="accent6">
                    <a:lumMod val="50000"/>
                  </a:schemeClr>
                </a:solidFill>
              </a:rPr>
              <a:t>Depth</a:t>
            </a:r>
            <a:endParaRPr lang="es-E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Shape 8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Hydraulic Jump</a:t>
            </a:r>
          </a:p>
        </p:txBody>
      </p:sp>
      <p:sp>
        <p:nvSpPr>
          <p:cNvPr id="885" name="Shape 885"/>
          <p:cNvSpPr txBox="1"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6" name="Shape 8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600" y="2024061"/>
            <a:ext cx="4645024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Shape 887"/>
          <p:cNvSpPr txBox="1"/>
          <p:nvPr/>
        </p:nvSpPr>
        <p:spPr>
          <a:xfrm>
            <a:off x="0" y="3205161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Shape 888"/>
          <p:cNvSpPr txBox="1"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Shape 889"/>
          <p:cNvSpPr txBox="1"/>
          <p:nvPr/>
        </p:nvSpPr>
        <p:spPr>
          <a:xfrm>
            <a:off x="827087" y="1557337"/>
            <a:ext cx="2749549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Specific force equilibrium</a:t>
            </a:r>
          </a:p>
        </p:txBody>
      </p:sp>
      <p:sp>
        <p:nvSpPr>
          <p:cNvPr id="890" name="Shape 890"/>
          <p:cNvSpPr txBox="1"/>
          <p:nvPr/>
        </p:nvSpPr>
        <p:spPr>
          <a:xfrm>
            <a:off x="863600" y="2636836"/>
            <a:ext cx="2211386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Dimensionless form</a:t>
            </a:r>
          </a:p>
        </p:txBody>
      </p:sp>
      <p:sp>
        <p:nvSpPr>
          <p:cNvPr id="891" name="Shape 891"/>
          <p:cNvSpPr txBox="1"/>
          <p:nvPr/>
        </p:nvSpPr>
        <p:spPr>
          <a:xfrm>
            <a:off x="935037" y="4149725"/>
            <a:ext cx="5312082" cy="369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Belanger </a:t>
            </a:r>
            <a:r>
              <a:rPr lang="en-US" sz="1800" b="0" i="0" u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formula Rectangular channel</a:t>
            </a:r>
            <a:endParaRPr lang="en-US" sz="18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Shape 897"/>
          <p:cNvSpPr txBox="1">
            <a:spLocks noGrp="1"/>
          </p:cNvSpPr>
          <p:nvPr>
            <p:ph type="title"/>
          </p:nvPr>
        </p:nvSpPr>
        <p:spPr>
          <a:xfrm>
            <a:off x="468312" y="584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Ecuación energía del Hec-Ras</a:t>
            </a:r>
            <a:br>
              <a:rPr lang="en-US" sz="4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40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Shape 898"/>
          <p:cNvSpPr txBox="1"/>
          <p:nvPr/>
        </p:nvSpPr>
        <p:spPr>
          <a:xfrm>
            <a:off x="0" y="321468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Shape 8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87" y="2060575"/>
            <a:ext cx="4068761" cy="3094037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Shape 900"/>
          <p:cNvSpPr txBox="1"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" name="Shape 901" descr="Cauce en Hec Ras"/>
          <p:cNvPicPr preferRelativeResize="0"/>
          <p:nvPr/>
        </p:nvPicPr>
        <p:blipFill rotWithShape="1">
          <a:blip r:embed="rId4">
            <a:alphaModFix/>
          </a:blip>
          <a:srcRect l="11266" t="2857" r="7098" b="5549"/>
          <a:stretch/>
        </p:blipFill>
        <p:spPr>
          <a:xfrm>
            <a:off x="0" y="-31750"/>
            <a:ext cx="9144000" cy="68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Shape 902"/>
          <p:cNvSpPr/>
          <p:nvPr/>
        </p:nvSpPr>
        <p:spPr>
          <a:xfrm>
            <a:off x="900112" y="1916111"/>
            <a:ext cx="3167061" cy="435768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20000"/>
                </a:moveTo>
                <a:cubicBezTo>
                  <a:pt x="5654" y="98754"/>
                  <a:pt x="11368" y="77508"/>
                  <a:pt x="31338" y="57530"/>
                </a:cubicBezTo>
                <a:cubicBezTo>
                  <a:pt x="51308" y="37551"/>
                  <a:pt x="105203" y="9573"/>
                  <a:pt x="120000" y="0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Shape 903"/>
          <p:cNvSpPr/>
          <p:nvPr/>
        </p:nvSpPr>
        <p:spPr>
          <a:xfrm>
            <a:off x="2735261" y="1773236"/>
            <a:ext cx="5005386" cy="45354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119999"/>
                </a:moveTo>
                <a:cubicBezTo>
                  <a:pt x="6393" y="104291"/>
                  <a:pt x="12787" y="88582"/>
                  <a:pt x="32806" y="68589"/>
                </a:cubicBezTo>
                <a:cubicBezTo>
                  <a:pt x="52825" y="48596"/>
                  <a:pt x="86393" y="24277"/>
                  <a:pt x="120000" y="0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Shape 9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4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Flow resistance in </a:t>
            </a:r>
            <a:r>
              <a:rPr lang="en-US" sz="4400" b="0" i="0" u="none" strike="noStrike" cap="none" dirty="0" err="1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Hec</a:t>
            </a:r>
            <a:r>
              <a:rPr lang="en-US" sz="4400" b="0" i="0" u="none" strike="noStrike" cap="none" dirty="0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400" b="0" i="0" u="none" strike="noStrike" cap="none" dirty="0" err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Ras</a:t>
            </a:r>
            <a:endParaRPr lang="en-US" sz="44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Shape 910"/>
          <p:cNvSpPr txBox="1"/>
          <p:nvPr/>
        </p:nvSpPr>
        <p:spPr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Shape 911"/>
          <p:cNvSpPr txBox="1"/>
          <p:nvPr/>
        </p:nvSpPr>
        <p:spPr>
          <a:xfrm>
            <a:off x="0" y="32908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2" name="Shape 912" descr="CadamannH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3325" y="1449387"/>
            <a:ext cx="3379786" cy="1589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Shape 913" descr="CadapuntoH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8400" y="3284537"/>
            <a:ext cx="3451225" cy="140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Shape 9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1628775"/>
            <a:ext cx="6013449" cy="4065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Shape 9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Energy slope </a:t>
            </a:r>
            <a:r>
              <a:rPr lang="en-US" sz="4000" b="0" i="0" u="none" strike="noStrike" cap="none" dirty="0" err="1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assesment</a:t>
            </a:r>
            <a:endParaRPr lang="en-US" sz="4000" b="0" i="0" u="none" strike="noStrike" cap="none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Shape 931"/>
          <p:cNvSpPr txBox="1"/>
          <p:nvPr/>
        </p:nvSpPr>
        <p:spPr>
          <a:xfrm>
            <a:off x="0" y="313848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Shape 932"/>
          <p:cNvSpPr txBox="1"/>
          <p:nvPr/>
        </p:nvSpPr>
        <p:spPr>
          <a:xfrm>
            <a:off x="0" y="3233736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Shape 934"/>
          <p:cNvSpPr txBox="1"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Shape 935"/>
          <p:cNvSpPr txBox="1"/>
          <p:nvPr/>
        </p:nvSpPr>
        <p:spPr>
          <a:xfrm>
            <a:off x="0" y="3262311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Shape 936"/>
          <p:cNvSpPr txBox="1"/>
          <p:nvPr/>
        </p:nvSpPr>
        <p:spPr>
          <a:xfrm>
            <a:off x="0" y="330993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Shape 938"/>
          <p:cNvSpPr txBox="1"/>
          <p:nvPr/>
        </p:nvSpPr>
        <p:spPr>
          <a:xfrm>
            <a:off x="3961622" y="3665540"/>
            <a:ext cx="19621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Mean Capacity</a:t>
            </a:r>
            <a:endParaRPr lang="en-US" sz="1800" b="0" i="0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Shape 939"/>
          <p:cNvSpPr txBox="1"/>
          <p:nvPr/>
        </p:nvSpPr>
        <p:spPr>
          <a:xfrm>
            <a:off x="3961622" y="4587876"/>
            <a:ext cx="44894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Energy slope </a:t>
            </a:r>
            <a:r>
              <a:rPr lang="en-US" sz="1800" dirty="0" err="1">
                <a:solidFill>
                  <a:schemeClr val="lt1"/>
                </a:solidFill>
              </a:rPr>
              <a:t>aritmethic</a:t>
            </a:r>
            <a:r>
              <a:rPr lang="en-US" sz="1800" dirty="0">
                <a:solidFill>
                  <a:schemeClr val="lt1"/>
                </a:solidFill>
              </a:rPr>
              <a:t> mean</a:t>
            </a: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940" name="Shape 940"/>
          <p:cNvSpPr txBox="1"/>
          <p:nvPr/>
        </p:nvSpPr>
        <p:spPr>
          <a:xfrm>
            <a:off x="3961622" y="5510212"/>
            <a:ext cx="4311649" cy="36671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1800" b="0" i="0" u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Energy slope geometric mean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EC0B69F-8763-4EB5-ABCA-EC565FD82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960184"/>
              </p:ext>
            </p:extLst>
          </p:nvPr>
        </p:nvGraphicFramePr>
        <p:xfrm>
          <a:off x="931765" y="2391000"/>
          <a:ext cx="2496961" cy="3551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4" imgW="1143000" imgH="1625400" progId="Equation.DSMT4">
                  <p:embed/>
                </p:oleObj>
              </mc:Choice>
              <mc:Fallback>
                <p:oleObj name="Equation" r:id="rId4" imgW="114300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1765" y="2391000"/>
                        <a:ext cx="2496961" cy="3551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2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7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3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5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8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9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10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11_Puntos digitales">
  <a:themeElements>
    <a:clrScheme name="Puntos digitales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367</Words>
  <Application>Microsoft Office PowerPoint</Application>
  <PresentationFormat>On-screen Show (4:3)</PresentationFormat>
  <Paragraphs>154</Paragraphs>
  <Slides>40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8" baseType="lpstr">
      <vt:lpstr>Arial</vt:lpstr>
      <vt:lpstr>Cambria Math</vt:lpstr>
      <vt:lpstr>Noto Sans Symbols</vt:lpstr>
      <vt:lpstr>1_Puntos digitales</vt:lpstr>
      <vt:lpstr>2_Puntos digitales</vt:lpstr>
      <vt:lpstr>12_Puntos digitales</vt:lpstr>
      <vt:lpstr>7_Puntos digitales</vt:lpstr>
      <vt:lpstr>4_Puntos digitales</vt:lpstr>
      <vt:lpstr>13_Puntos digitales</vt:lpstr>
      <vt:lpstr>Puntos digitales</vt:lpstr>
      <vt:lpstr>3_Puntos digitales</vt:lpstr>
      <vt:lpstr>5_Puntos digitales</vt:lpstr>
      <vt:lpstr>8_Puntos digitales</vt:lpstr>
      <vt:lpstr>9_Puntos digitales</vt:lpstr>
      <vt:lpstr>10_Puntos digitales</vt:lpstr>
      <vt:lpstr>11_Puntos digitales</vt:lpstr>
      <vt:lpstr>Equation</vt:lpstr>
      <vt:lpstr>MathType 7.0 Equation</vt:lpstr>
      <vt:lpstr>Mass and Momentum Equations</vt:lpstr>
      <vt:lpstr>Ecuaciones</vt:lpstr>
      <vt:lpstr>Mass Conservation</vt:lpstr>
      <vt:lpstr>Typical Stream Cross Section</vt:lpstr>
      <vt:lpstr>Total Energy</vt:lpstr>
      <vt:lpstr>Specific Energy E</vt:lpstr>
      <vt:lpstr>Specific Energy</vt:lpstr>
      <vt:lpstr>Specific Energy</vt:lpstr>
      <vt:lpstr>Specific Energy</vt:lpstr>
      <vt:lpstr>Froude Number</vt:lpstr>
      <vt:lpstr>Flux Regime</vt:lpstr>
      <vt:lpstr>Dimensionless Specific Energy</vt:lpstr>
      <vt:lpstr>Specific Energy</vt:lpstr>
      <vt:lpstr>Specific energy &amp; Froude </vt:lpstr>
      <vt:lpstr>PowerPoint Presentation</vt:lpstr>
      <vt:lpstr>Constant Specific energy Curves/ Unit Discharge curves</vt:lpstr>
      <vt:lpstr>Unit Discharge Curve</vt:lpstr>
      <vt:lpstr>Dimensionless unit discharge.</vt:lpstr>
      <vt:lpstr>Energía especifica constante</vt:lpstr>
      <vt:lpstr>Relative minimum in a real section </vt:lpstr>
      <vt:lpstr>PowerPoint Presentation</vt:lpstr>
      <vt:lpstr>Los máximos relativos en una sección </vt:lpstr>
      <vt:lpstr>Critical and normal depth in a backwater curve</vt:lpstr>
      <vt:lpstr>PowerPoint Presentation</vt:lpstr>
      <vt:lpstr>Narrowing/widening</vt:lpstr>
      <vt:lpstr>STEP</vt:lpstr>
      <vt:lpstr>Step</vt:lpstr>
      <vt:lpstr>Specific Force</vt:lpstr>
      <vt:lpstr>PowerPoint Presentation</vt:lpstr>
      <vt:lpstr>PowerPoint Presentation</vt:lpstr>
      <vt:lpstr>Pressure Force</vt:lpstr>
      <vt:lpstr>Specific Force</vt:lpstr>
      <vt:lpstr>Specific Force</vt:lpstr>
      <vt:lpstr>Specific Force</vt:lpstr>
      <vt:lpstr>Specific Force</vt:lpstr>
      <vt:lpstr>Alternate depths &amp; conjugate depths</vt:lpstr>
      <vt:lpstr>Hydraulic Jump</vt:lpstr>
      <vt:lpstr>Ecuación energía del Hec-Ras </vt:lpstr>
      <vt:lpstr>Flow resistance in Hec Ras</vt:lpstr>
      <vt:lpstr>Energy slope assesment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and Momentum Equations</dc:title>
  <dc:creator>Allen Bateman Pinzon</dc:creator>
  <cp:lastModifiedBy>Allen Bateman Pinzon</cp:lastModifiedBy>
  <cp:revision>19</cp:revision>
  <dcterms:modified xsi:type="dcterms:W3CDTF">2023-10-19T05:51:10Z</dcterms:modified>
</cp:coreProperties>
</file>